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1" r:id="rId2"/>
  </p:sldMasterIdLst>
  <p:notesMasterIdLst>
    <p:notesMasterId r:id="rId29"/>
  </p:notesMasterIdLst>
  <p:sldIdLst>
    <p:sldId id="257" r:id="rId3"/>
    <p:sldId id="410" r:id="rId4"/>
    <p:sldId id="411" r:id="rId5"/>
    <p:sldId id="413" r:id="rId6"/>
    <p:sldId id="414" r:id="rId7"/>
    <p:sldId id="415" r:id="rId8"/>
    <p:sldId id="401" r:id="rId9"/>
    <p:sldId id="418" r:id="rId10"/>
    <p:sldId id="419" r:id="rId11"/>
    <p:sldId id="420" r:id="rId12"/>
    <p:sldId id="421" r:id="rId13"/>
    <p:sldId id="422" r:id="rId14"/>
    <p:sldId id="425" r:id="rId15"/>
    <p:sldId id="423" r:id="rId16"/>
    <p:sldId id="426" r:id="rId17"/>
    <p:sldId id="427" r:id="rId18"/>
    <p:sldId id="424" r:id="rId19"/>
    <p:sldId id="433" r:id="rId20"/>
    <p:sldId id="434" r:id="rId21"/>
    <p:sldId id="432" r:id="rId22"/>
    <p:sldId id="430" r:id="rId23"/>
    <p:sldId id="431" r:id="rId24"/>
    <p:sldId id="435" r:id="rId25"/>
    <p:sldId id="438" r:id="rId26"/>
    <p:sldId id="436" r:id="rId27"/>
    <p:sldId id="437"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13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0A7151-3F2F-472A-BC26-22A5FA378CBE}" type="datetimeFigureOut">
              <a:rPr lang="en-US" smtClean="0"/>
              <a:t>4/29/2024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B8E6F-1B10-4C11-9BCF-5E68EA9EDF12}" type="slidenum">
              <a:rPr lang="en-US" smtClean="0"/>
              <a:t>‹#›</a:t>
            </a:fld>
            <a:endParaRPr lang="en-US"/>
          </a:p>
        </p:txBody>
      </p:sp>
    </p:spTree>
    <p:extLst>
      <p:ext uri="{BB962C8B-B14F-4D97-AF65-F5344CB8AC3E}">
        <p14:creationId xmlns:p14="http://schemas.microsoft.com/office/powerpoint/2010/main" val="40445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xfrm>
            <a:off x="1371600" y="1143000"/>
            <a:ext cx="4114800" cy="3086100"/>
          </a:xfrm>
          <a:ln/>
        </p:spPr>
      </p:sp>
      <p:sp>
        <p:nvSpPr>
          <p:cNvPr id="18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ar-EG"/>
          </a:p>
        </p:txBody>
      </p:sp>
      <p:sp>
        <p:nvSpPr>
          <p:cNvPr id="1843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rtl="1">
              <a:spcBef>
                <a:spcPct val="0"/>
              </a:spcBef>
            </a:pPr>
            <a:fld id="{9E5A70F1-6EFB-4DCA-8F5F-62AC265CD7D8}" type="slidenum">
              <a:rPr lang="ar-EG" smtClean="0">
                <a:solidFill>
                  <a:srgbClr val="000000"/>
                </a:solidFill>
                <a:latin typeface="Calibri" panose="020F0502020204030204" pitchFamily="34" charset="0"/>
                <a:cs typeface="Arial" panose="020B0604020202020204" pitchFamily="34" charset="0"/>
              </a:rPr>
              <a:pPr rtl="1">
                <a:spcBef>
                  <a:spcPct val="0"/>
                </a:spcBef>
              </a:pPr>
              <a:t>1</a:t>
            </a:fld>
            <a:endParaRPr lang="ar-EG">
              <a:solidFill>
                <a:srgbClr val="000000"/>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20392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5" name="Rectangle 4"/>
          <p:cNvSpPr/>
          <p:nvPr/>
        </p:nvSpPr>
        <p:spPr bwMode="auto">
          <a:xfrm>
            <a:off x="276226"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6" name="Rectangle 5"/>
          <p:cNvSpPr/>
          <p:nvPr/>
        </p:nvSpPr>
        <p:spPr bwMode="auto">
          <a:xfrm>
            <a:off x="990600" y="0"/>
            <a:ext cx="18216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7" name="Rectangle 6"/>
          <p:cNvSpPr/>
          <p:nvPr/>
        </p:nvSpPr>
        <p:spPr bwMode="auto">
          <a:xfrm>
            <a:off x="1141810" y="0"/>
            <a:ext cx="22979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 name="Straight Connector 9"/>
          <p:cNvSpPr>
            <a:spLocks noChangeShapeType="1"/>
          </p:cNvSpPr>
          <p:nvPr/>
        </p:nvSpPr>
        <p:spPr bwMode="auto">
          <a:xfrm>
            <a:off x="10596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2" name="Straight Connector 11"/>
          <p:cNvSpPr>
            <a:spLocks noChangeShapeType="1"/>
          </p:cNvSpPr>
          <p:nvPr/>
        </p:nvSpPr>
        <p:spPr bwMode="auto">
          <a:xfrm>
            <a:off x="853679"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3" name="Straight Connector 12"/>
          <p:cNvSpPr>
            <a:spLocks noChangeShapeType="1"/>
          </p:cNvSpPr>
          <p:nvPr/>
        </p:nvSpPr>
        <p:spPr bwMode="auto">
          <a:xfrm>
            <a:off x="172759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5" name="Straight Connector 14"/>
          <p:cNvSpPr>
            <a:spLocks noChangeShapeType="1"/>
          </p:cNvSpPr>
          <p:nvPr/>
        </p:nvSpPr>
        <p:spPr bwMode="auto">
          <a:xfrm>
            <a:off x="9114235"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8" name="Oval 17"/>
          <p:cNvSpPr/>
          <p:nvPr/>
        </p:nvSpPr>
        <p:spPr bwMode="auto">
          <a:xfrm>
            <a:off x="1309689" y="4867275"/>
            <a:ext cx="641747"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9" name="Oval 18"/>
          <p:cNvSpPr/>
          <p:nvPr/>
        </p:nvSpPr>
        <p:spPr bwMode="auto">
          <a:xfrm>
            <a:off x="1090613" y="5500691"/>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0" name="Oval 19"/>
          <p:cNvSpPr/>
          <p:nvPr/>
        </p:nvSpPr>
        <p:spPr bwMode="auto">
          <a:xfrm>
            <a:off x="1663304" y="5788025"/>
            <a:ext cx="27503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1" name="Oval 20"/>
          <p:cNvSpPr/>
          <p:nvPr/>
        </p:nvSpPr>
        <p:spPr>
          <a:xfrm>
            <a:off x="1905001" y="4495803"/>
            <a:ext cx="365522"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570" b="1">
                <a:solidFill>
                  <a:schemeClr val="tx2"/>
                </a:solidFill>
              </a:defRPr>
            </a:lvl1pPr>
            <a:lvl2pPr marL="144658" indent="0" algn="ctr">
              <a:buNone/>
            </a:lvl2pPr>
            <a:lvl3pPr marL="289315" indent="0" algn="ctr">
              <a:buNone/>
            </a:lvl3pPr>
            <a:lvl4pPr marL="433973" indent="0" algn="ctr">
              <a:buNone/>
            </a:lvl4pPr>
            <a:lvl5pPr marL="578630" indent="0" algn="ctr">
              <a:buNone/>
            </a:lvl5pPr>
            <a:lvl6pPr marL="723287" indent="0" algn="ctr">
              <a:buNone/>
            </a:lvl6pPr>
            <a:lvl7pPr marL="867944" indent="0" algn="ctr">
              <a:buNone/>
            </a:lvl7pPr>
            <a:lvl8pPr marL="1012602" indent="0" algn="ctr">
              <a:buNone/>
            </a:lvl8pPr>
            <a:lvl9pPr marL="1157259" indent="0" algn="ctr">
              <a:buNone/>
            </a:lvl9pPr>
          </a:lstStyle>
          <a:p>
            <a:r>
              <a:rPr lang="en-US"/>
              <a:t>Click to edit Master subtitle style</a:t>
            </a:r>
          </a:p>
        </p:txBody>
      </p:sp>
      <p:sp>
        <p:nvSpPr>
          <p:cNvPr id="22" name="Date Placeholder 27"/>
          <p:cNvSpPr>
            <a:spLocks noGrp="1"/>
          </p:cNvSpPr>
          <p:nvPr>
            <p:ph type="dt" sz="half" idx="10"/>
          </p:nvPr>
        </p:nvSpPr>
        <p:spPr bwMode="auto">
          <a:xfrm rot="5400000">
            <a:off x="7764066" y="1174750"/>
            <a:ext cx="2286000" cy="381000"/>
          </a:xfrm>
        </p:spPr>
        <p:txBody>
          <a:bodyPr/>
          <a:lstStyle>
            <a:lvl1pPr>
              <a:defRPr/>
            </a:lvl1pPr>
          </a:lstStyle>
          <a:p>
            <a:pPr>
              <a:defRPr/>
            </a:pPr>
            <a:fld id="{504E0A86-0AF8-43C2-B7E1-C9D4F7CBF7FB}" type="datetime8">
              <a:rPr lang="ar-EG" smtClean="0"/>
              <a:t>29 نيسان، 24</a:t>
            </a:fld>
            <a:endParaRPr lang="ar-EG"/>
          </a:p>
        </p:txBody>
      </p:sp>
      <p:sp>
        <p:nvSpPr>
          <p:cNvPr id="23" name="Footer Placeholder 16"/>
          <p:cNvSpPr>
            <a:spLocks noGrp="1"/>
          </p:cNvSpPr>
          <p:nvPr>
            <p:ph type="ftr" sz="quarter" idx="11"/>
          </p:nvPr>
        </p:nvSpPr>
        <p:spPr bwMode="auto">
          <a:xfrm rot="5400000">
            <a:off x="7077076" y="4181875"/>
            <a:ext cx="3657600" cy="383381"/>
          </a:xfrm>
        </p:spPr>
        <p:txBody>
          <a:bodyPr/>
          <a:lstStyle>
            <a:lvl1pPr>
              <a:defRPr/>
            </a:lvl1pPr>
          </a:lstStyle>
          <a:p>
            <a:pPr>
              <a:defRPr/>
            </a:pPr>
            <a:endParaRPr lang="ar-EG"/>
          </a:p>
        </p:txBody>
      </p:sp>
      <p:sp>
        <p:nvSpPr>
          <p:cNvPr id="24" name="Slide Number Placeholder 28"/>
          <p:cNvSpPr>
            <a:spLocks noGrp="1"/>
          </p:cNvSpPr>
          <p:nvPr>
            <p:ph type="sldNum" sz="quarter" idx="12"/>
          </p:nvPr>
        </p:nvSpPr>
        <p:spPr bwMode="auto">
          <a:xfrm>
            <a:off x="1325166" y="4929191"/>
            <a:ext cx="609600" cy="517525"/>
          </a:xfrm>
        </p:spPr>
        <p:txBody>
          <a:bodyPr/>
          <a:lstStyle>
            <a:lvl1pPr>
              <a:defRPr>
                <a:latin typeface="Times New Roman" panose="02020603050405020304" pitchFamily="18" charset="0"/>
                <a:cs typeface="Times New Roman" panose="02020603050405020304" pitchFamily="18" charset="0"/>
              </a:defRPr>
            </a:lvl1pPr>
          </a:lstStyle>
          <a:p>
            <a:pPr>
              <a:defRPr/>
            </a:pPr>
            <a:fld id="{A0E91828-F273-437B-AD16-9357EB271C65}" type="slidenum">
              <a:rPr lang="ar-EG"/>
              <a:pPr>
                <a:defRPr/>
              </a:pPr>
              <a:t>‹#›</a:t>
            </a:fld>
            <a:endParaRPr lang="ar-EG"/>
          </a:p>
        </p:txBody>
      </p:sp>
    </p:spTree>
    <p:extLst>
      <p:ext uri="{BB962C8B-B14F-4D97-AF65-F5344CB8AC3E}">
        <p14:creationId xmlns:p14="http://schemas.microsoft.com/office/powerpoint/2010/main" val="109410622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rtlCol="0"/>
          <a:lstStyle>
            <a:lvl1pPr>
              <a:defRPr/>
            </a:lvl1pPr>
          </a:lstStyle>
          <a:p>
            <a:pPr>
              <a:defRPr/>
            </a:pPr>
            <a:fld id="{17B4FAB6-BF02-4492-B34B-9D3B2E2201CA}" type="datetime8">
              <a:rPr lang="ar-EG" smtClean="0"/>
              <a:t>29 نيسان، 24</a:t>
            </a:fld>
            <a:endParaRPr lang="ar-EG"/>
          </a:p>
        </p:txBody>
      </p:sp>
      <p:sp>
        <p:nvSpPr>
          <p:cNvPr id="5" name="Slide Number Placeholder 8"/>
          <p:cNvSpPr>
            <a:spLocks noGrp="1"/>
          </p:cNvSpPr>
          <p:nvPr>
            <p:ph type="sldNum"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fld id="{E381E8E9-AEC6-4333-92D3-BE0B17324249}" type="slidenum">
              <a:rPr lang="ar-EG" smtClean="0"/>
              <a:pPr>
                <a:defRPr/>
              </a:pPr>
              <a:t>‹#›</a:t>
            </a:fld>
            <a:fld id="{62BFC7ED-1EB9-44D1-85FF-82DECC3F4C8F}" type="slidenum">
              <a:rPr lang="ar-EG" sz="1350" smtClean="0"/>
              <a:pPr>
                <a:defRPr/>
              </a:pPr>
              <a:t>‹#›</a:t>
            </a:fld>
            <a:endParaRPr lang="ar-EG" sz="1350" dirty="0"/>
          </a:p>
        </p:txBody>
      </p:sp>
      <p:sp>
        <p:nvSpPr>
          <p:cNvPr id="6" name="Footer Placeholder 9"/>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399698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5" name="Rectangle 4"/>
          <p:cNvSpPr/>
          <p:nvPr/>
        </p:nvSpPr>
        <p:spPr bwMode="auto">
          <a:xfrm>
            <a:off x="276226"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6" name="Rectangle 5"/>
          <p:cNvSpPr/>
          <p:nvPr/>
        </p:nvSpPr>
        <p:spPr bwMode="auto">
          <a:xfrm>
            <a:off x="990600" y="0"/>
            <a:ext cx="18216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7" name="Rectangle 6"/>
          <p:cNvSpPr/>
          <p:nvPr/>
        </p:nvSpPr>
        <p:spPr bwMode="auto">
          <a:xfrm>
            <a:off x="1141810" y="0"/>
            <a:ext cx="22979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8" name="Straight Connector 7"/>
          <p:cNvSpPr>
            <a:spLocks noChangeShapeType="1"/>
          </p:cNvSpPr>
          <p:nvPr/>
        </p:nvSpPr>
        <p:spPr bwMode="auto">
          <a:xfrm>
            <a:off x="10596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0" name="Straight Connector 9"/>
          <p:cNvSpPr>
            <a:spLocks noChangeShapeType="1"/>
          </p:cNvSpPr>
          <p:nvPr/>
        </p:nvSpPr>
        <p:spPr bwMode="auto">
          <a:xfrm>
            <a:off x="853679"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1" name="Straight Connector 10"/>
          <p:cNvSpPr>
            <a:spLocks noChangeShapeType="1"/>
          </p:cNvSpPr>
          <p:nvPr/>
        </p:nvSpPr>
        <p:spPr bwMode="auto">
          <a:xfrm>
            <a:off x="172759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5" name="Oval 14"/>
          <p:cNvSpPr/>
          <p:nvPr/>
        </p:nvSpPr>
        <p:spPr bwMode="auto">
          <a:xfrm>
            <a:off x="1323976"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6" name="Oval 15"/>
          <p:cNvSpPr/>
          <p:nvPr/>
        </p:nvSpPr>
        <p:spPr bwMode="auto">
          <a:xfrm>
            <a:off x="1090613" y="5500691"/>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7" name="Oval 16"/>
          <p:cNvSpPr/>
          <p:nvPr/>
        </p:nvSpPr>
        <p:spPr bwMode="auto">
          <a:xfrm>
            <a:off x="1663304" y="5791200"/>
            <a:ext cx="27503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8" name="Oval 17"/>
          <p:cNvSpPr/>
          <p:nvPr/>
        </p:nvSpPr>
        <p:spPr bwMode="auto">
          <a:xfrm>
            <a:off x="1879999" y="4479928"/>
            <a:ext cx="364331"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9" name="Straight Connector 18"/>
          <p:cNvSpPr>
            <a:spLocks noChangeShapeType="1"/>
          </p:cNvSpPr>
          <p:nvPr/>
        </p:nvSpPr>
        <p:spPr bwMode="auto">
          <a:xfrm>
            <a:off x="909756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949"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570" b="1">
                <a:solidFill>
                  <a:schemeClr val="tx2"/>
                </a:solidFill>
              </a:defRPr>
            </a:lvl1pPr>
            <a:lvl2pPr>
              <a:buNone/>
              <a:defRPr sz="570">
                <a:solidFill>
                  <a:schemeClr val="tx1">
                    <a:tint val="75000"/>
                  </a:schemeClr>
                </a:solidFill>
              </a:defRPr>
            </a:lvl2pPr>
            <a:lvl3pPr>
              <a:buNone/>
              <a:defRPr sz="506">
                <a:solidFill>
                  <a:schemeClr val="tx1">
                    <a:tint val="75000"/>
                  </a:schemeClr>
                </a:solidFill>
              </a:defRPr>
            </a:lvl3pPr>
            <a:lvl4pPr>
              <a:buNone/>
              <a:defRPr sz="443">
                <a:solidFill>
                  <a:schemeClr val="tx1">
                    <a:tint val="75000"/>
                  </a:schemeClr>
                </a:solidFill>
              </a:defRPr>
            </a:lvl4pPr>
            <a:lvl5pPr>
              <a:buNone/>
              <a:defRPr sz="443">
                <a:solidFill>
                  <a:schemeClr val="tx1">
                    <a:tint val="75000"/>
                  </a:schemeClr>
                </a:solidFill>
              </a:defRPr>
            </a:lvl5pPr>
          </a:lstStyle>
          <a:p>
            <a:pPr lvl="0"/>
            <a:r>
              <a:rPr lang="en-US"/>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solidFill>
                  <a:srgbClr val="FFF39D"/>
                </a:solidFill>
              </a:defRPr>
            </a:lvl1pPr>
          </a:lstStyle>
          <a:p>
            <a:pPr>
              <a:defRPr/>
            </a:pPr>
            <a:fld id="{3E4E0CD5-4E37-4425-84EF-DE7A2D3110EB}" type="datetime8">
              <a:rPr lang="ar-EG" smtClean="0"/>
              <a:t>29 نيسان، 24</a:t>
            </a:fld>
            <a:endParaRPr lang="ar-EG"/>
          </a:p>
        </p:txBody>
      </p:sp>
      <p:sp>
        <p:nvSpPr>
          <p:cNvPr id="21" name="Footer Placeholder 4"/>
          <p:cNvSpPr>
            <a:spLocks noGrp="1"/>
          </p:cNvSpPr>
          <p:nvPr>
            <p:ph type="ftr" sz="quarter" idx="11"/>
          </p:nvPr>
        </p:nvSpPr>
        <p:spPr bwMode="auto">
          <a:xfrm rot="5400000">
            <a:off x="7077076" y="4178700"/>
            <a:ext cx="3657600" cy="383381"/>
          </a:xfrm>
        </p:spPr>
        <p:txBody>
          <a:bodyPr/>
          <a:lstStyle>
            <a:lvl1pPr>
              <a:defRPr>
                <a:solidFill>
                  <a:srgbClr val="FFF39D"/>
                </a:solidFill>
              </a:defRPr>
            </a:lvl1pPr>
          </a:lstStyle>
          <a:p>
            <a:pPr>
              <a:defRPr/>
            </a:pPr>
            <a:endParaRPr lang="ar-EG"/>
          </a:p>
        </p:txBody>
      </p:sp>
      <p:sp>
        <p:nvSpPr>
          <p:cNvPr id="22" name="Slide Number Placeholder 5"/>
          <p:cNvSpPr>
            <a:spLocks noGrp="1"/>
          </p:cNvSpPr>
          <p:nvPr>
            <p:ph type="sldNum" sz="quarter" idx="12"/>
          </p:nvPr>
        </p:nvSpPr>
        <p:spPr bwMode="auto">
          <a:xfrm>
            <a:off x="1339454" y="4929191"/>
            <a:ext cx="609600" cy="517525"/>
          </a:xfrm>
        </p:spPr>
        <p:txBody>
          <a:bodyPr/>
          <a:lstStyle>
            <a:lvl1pPr>
              <a:defRPr>
                <a:latin typeface="Times New Roman" panose="02020603050405020304" pitchFamily="18" charset="0"/>
                <a:cs typeface="Times New Roman" panose="02020603050405020304" pitchFamily="18" charset="0"/>
              </a:defRPr>
            </a:lvl1pPr>
          </a:lstStyle>
          <a:p>
            <a:pPr>
              <a:defRPr/>
            </a:pPr>
            <a:fld id="{D1E867DD-86BE-4D93-9F34-BAB0679459B3}" type="slidenum">
              <a:rPr lang="ar-EG"/>
              <a:pPr>
                <a:defRPr/>
              </a:pPr>
              <a:t>‹#›</a:t>
            </a:fld>
            <a:endParaRPr lang="ar-EG"/>
          </a:p>
        </p:txBody>
      </p:sp>
    </p:spTree>
    <p:extLst>
      <p:ext uri="{BB962C8B-B14F-4D97-AF65-F5344CB8AC3E}">
        <p14:creationId xmlns:p14="http://schemas.microsoft.com/office/powerpoint/2010/main" val="2457481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A7EBD354-7471-4D5E-A4C8-490010B0A075}" type="datetime8">
              <a:rPr lang="ar-EG" smtClean="0"/>
              <a:t>29 نيسان، 24</a:t>
            </a:fld>
            <a:endParaRPr lang="ar-EG"/>
          </a:p>
        </p:txBody>
      </p:sp>
      <p:sp>
        <p:nvSpPr>
          <p:cNvPr id="6" name="Footer Placeholder 2"/>
          <p:cNvSpPr>
            <a:spLocks noGrp="1"/>
          </p:cNvSpPr>
          <p:nvPr>
            <p:ph type="ftr" sz="quarter" idx="11"/>
          </p:nvPr>
        </p:nvSpPr>
        <p:spPr/>
        <p:txBody>
          <a:bodyPr/>
          <a:lstStyle>
            <a:lvl1pPr>
              <a:defRPr/>
            </a:lvl1pPr>
          </a:lstStyle>
          <a:p>
            <a:pPr>
              <a:defRPr/>
            </a:pPr>
            <a:endParaRPr lang="ar-EG"/>
          </a:p>
        </p:txBody>
      </p:sp>
      <p:sp>
        <p:nvSpPr>
          <p:cNvPr id="7" name="Slide Number Placeholder 22"/>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27F5265A-C989-4384-9D75-6246FC143E10}" type="slidenum">
              <a:rPr lang="ar-EG"/>
              <a:pPr>
                <a:defRPr/>
              </a:pPr>
              <a:t>‹#›</a:t>
            </a:fld>
            <a:endParaRPr lang="ar-EG"/>
          </a:p>
        </p:txBody>
      </p:sp>
    </p:spTree>
    <p:extLst>
      <p:ext uri="{BB962C8B-B14F-4D97-AF65-F5344CB8AC3E}">
        <p14:creationId xmlns:p14="http://schemas.microsoft.com/office/powerpoint/2010/main" val="3214236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633"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633"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a:defRPr/>
            </a:pPr>
            <a:fld id="{41BF3D7A-631E-4366-BC6F-37DDE89302A3}" type="datetime8">
              <a:rPr lang="ar-EG" smtClean="0"/>
              <a:t>29 نيسان، 24</a:t>
            </a:fld>
            <a:endParaRPr lang="ar-EG"/>
          </a:p>
        </p:txBody>
      </p:sp>
      <p:sp>
        <p:nvSpPr>
          <p:cNvPr id="8" name="Footer Placeholder 2"/>
          <p:cNvSpPr>
            <a:spLocks noGrp="1"/>
          </p:cNvSpPr>
          <p:nvPr>
            <p:ph type="ftr" sz="quarter" idx="11"/>
          </p:nvPr>
        </p:nvSpPr>
        <p:spPr/>
        <p:txBody>
          <a:bodyPr/>
          <a:lstStyle>
            <a:lvl1pPr>
              <a:defRPr/>
            </a:lvl1pPr>
          </a:lstStyle>
          <a:p>
            <a:pPr>
              <a:defRPr/>
            </a:pPr>
            <a:endParaRPr lang="ar-EG"/>
          </a:p>
        </p:txBody>
      </p:sp>
      <p:sp>
        <p:nvSpPr>
          <p:cNvPr id="9" name="Slide Number Placeholder 22"/>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05148FDF-64CB-48F0-976B-B5FEBC6FCAE4}" type="slidenum">
              <a:rPr lang="ar-EG"/>
              <a:pPr>
                <a:defRPr/>
              </a:pPr>
              <a:t>‹#›</a:t>
            </a:fld>
            <a:endParaRPr lang="ar-EG"/>
          </a:p>
        </p:txBody>
      </p:sp>
    </p:spTree>
    <p:extLst>
      <p:ext uri="{BB962C8B-B14F-4D97-AF65-F5344CB8AC3E}">
        <p14:creationId xmlns:p14="http://schemas.microsoft.com/office/powerpoint/2010/main" val="3623110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5"/>
          <p:cNvSpPr>
            <a:spLocks noGrp="1"/>
          </p:cNvSpPr>
          <p:nvPr>
            <p:ph type="dt" sz="half" idx="10"/>
          </p:nvPr>
        </p:nvSpPr>
        <p:spPr/>
        <p:txBody>
          <a:bodyPr rtlCol="0"/>
          <a:lstStyle>
            <a:lvl1pPr>
              <a:defRPr/>
            </a:lvl1pPr>
          </a:lstStyle>
          <a:p>
            <a:pPr>
              <a:defRPr/>
            </a:pPr>
            <a:fld id="{DA4A868C-4075-43B0-B484-D497AFF0AEFC}" type="datetime8">
              <a:rPr lang="ar-EG" smtClean="0"/>
              <a:t>29 نيسان، 24</a:t>
            </a:fld>
            <a:endParaRPr lang="ar-EG"/>
          </a:p>
        </p:txBody>
      </p:sp>
      <p:sp>
        <p:nvSpPr>
          <p:cNvPr id="5" name="Slide Number Placeholder 6"/>
          <p:cNvSpPr>
            <a:spLocks noGrp="1"/>
          </p:cNvSpPr>
          <p:nvPr>
            <p:ph type="sldNum" sz="quarter" idx="11"/>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9FFC3A94-43F5-48EA-8B4A-F2D9A3B74E3F}" type="slidenum">
              <a:rPr lang="ar-EG" smtClean="0"/>
              <a:pPr>
                <a:defRPr/>
              </a:pPr>
              <a:t>‹#›</a:t>
            </a:fld>
            <a:endParaRPr lang="ar-EG" dirty="0"/>
          </a:p>
        </p:txBody>
      </p:sp>
      <p:sp>
        <p:nvSpPr>
          <p:cNvPr id="6" name="Footer Placeholder 7"/>
          <p:cNvSpPr>
            <a:spLocks noGrp="1"/>
          </p:cNvSpPr>
          <p:nvPr>
            <p:ph type="ftr" sz="quarter" idx="12"/>
          </p:nvPr>
        </p:nvSpPr>
        <p:spPr/>
        <p:txBody>
          <a:bodyPr rtlCol="0"/>
          <a:lstStyle>
            <a:lvl1pPr>
              <a:defRPr/>
            </a:lvl1pPr>
          </a:lstStyle>
          <a:p>
            <a:pPr>
              <a:defRPr/>
            </a:pPr>
            <a:endParaRPr lang="ar-EG"/>
          </a:p>
        </p:txBody>
      </p:sp>
      <p:sp>
        <p:nvSpPr>
          <p:cNvPr id="7" name="TextBox 6">
            <a:extLst>
              <a:ext uri="{FF2B5EF4-FFF2-40B4-BE49-F238E27FC236}">
                <a16:creationId xmlns:a16="http://schemas.microsoft.com/office/drawing/2014/main" id="{61599278-DDE4-4122-8BDE-E4DF1ED104EF}"/>
              </a:ext>
            </a:extLst>
          </p:cNvPr>
          <p:cNvSpPr txBox="1">
            <a:spLocks noChangeArrowheads="1"/>
          </p:cNvSpPr>
          <p:nvPr userDrawn="1"/>
        </p:nvSpPr>
        <p:spPr bwMode="auto">
          <a:xfrm>
            <a:off x="7459958" y="6284398"/>
            <a:ext cx="13596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200" dirty="0" err="1"/>
              <a:t>Salwa</a:t>
            </a:r>
            <a:r>
              <a:rPr lang="en-US" altLang="en-US" sz="1200" dirty="0"/>
              <a:t> El-</a:t>
            </a:r>
            <a:r>
              <a:rPr lang="en-US" altLang="en-US" sz="1200" dirty="0" err="1"/>
              <a:t>Sabban</a:t>
            </a:r>
            <a:endParaRPr lang="en-US" altLang="en-US" sz="1200" dirty="0"/>
          </a:p>
        </p:txBody>
      </p:sp>
    </p:spTree>
    <p:extLst>
      <p:ext uri="{BB962C8B-B14F-4D97-AF65-F5344CB8AC3E}">
        <p14:creationId xmlns:p14="http://schemas.microsoft.com/office/powerpoint/2010/main" val="1606013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8089918" y="6308725"/>
            <a:ext cx="70404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defRPr/>
            </a:pPr>
            <a:r>
              <a:rPr lang="en-US" sz="1350">
                <a:solidFill>
                  <a:prstClr val="black"/>
                </a:solidFill>
              </a:rPr>
              <a:t>Adawy</a:t>
            </a:r>
          </a:p>
        </p:txBody>
      </p:sp>
      <p:sp>
        <p:nvSpPr>
          <p:cNvPr id="6" name="Content Placeholder 5"/>
          <p:cNvSpPr>
            <a:spLocks noGrp="1"/>
          </p:cNvSpPr>
          <p:nvPr>
            <p:ph sz="quarter" idx="13"/>
          </p:nvPr>
        </p:nvSpPr>
        <p:spPr>
          <a:xfrm>
            <a:off x="197645" y="54570"/>
            <a:ext cx="7777163" cy="6254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4"/>
          </p:nvPr>
        </p:nvSpPr>
        <p:spPr/>
        <p:txBody>
          <a:bodyPr/>
          <a:lstStyle>
            <a:lvl1pPr>
              <a:defRPr/>
            </a:lvl1pPr>
          </a:lstStyle>
          <a:p>
            <a:pPr>
              <a:defRPr/>
            </a:pPr>
            <a:fld id="{30EDBFDA-CBED-42B5-9941-272B058F817D}" type="datetime8">
              <a:rPr lang="ar-EG" smtClean="0"/>
              <a:t>29 نيسان، 24</a:t>
            </a:fld>
            <a:endParaRPr lang="ar-EG"/>
          </a:p>
        </p:txBody>
      </p:sp>
      <p:sp>
        <p:nvSpPr>
          <p:cNvPr id="5" name="Footer Placeholder 2"/>
          <p:cNvSpPr>
            <a:spLocks noGrp="1"/>
          </p:cNvSpPr>
          <p:nvPr>
            <p:ph type="ftr" sz="quarter" idx="15"/>
          </p:nvPr>
        </p:nvSpPr>
        <p:spPr/>
        <p:txBody>
          <a:bodyPr/>
          <a:lstStyle>
            <a:lvl1pPr>
              <a:defRPr/>
            </a:lvl1pPr>
          </a:lstStyle>
          <a:p>
            <a:pPr>
              <a:defRPr/>
            </a:pPr>
            <a:endParaRPr lang="ar-EG"/>
          </a:p>
        </p:txBody>
      </p:sp>
      <p:sp>
        <p:nvSpPr>
          <p:cNvPr id="7" name="Slide Number Placeholder 22"/>
          <p:cNvSpPr>
            <a:spLocks noGrp="1"/>
          </p:cNvSpPr>
          <p:nvPr>
            <p:ph type="sldNum" sz="quarter" idx="16"/>
          </p:nvPr>
        </p:nvSpPr>
        <p:spPr/>
        <p:txBody>
          <a:bodyPr/>
          <a:lstStyle>
            <a:lvl1pPr>
              <a:defRPr sz="1350">
                <a:latin typeface="Times New Roman" panose="02020603050405020304" pitchFamily="18" charset="0"/>
                <a:cs typeface="Times New Roman" panose="02020603050405020304" pitchFamily="18" charset="0"/>
              </a:defRPr>
            </a:lvl1pPr>
          </a:lstStyle>
          <a:p>
            <a:pPr>
              <a:defRPr/>
            </a:pPr>
            <a:fld id="{66B2A483-8E29-49F8-A3ED-CC42BDF74D2F}" type="slidenum">
              <a:rPr lang="ar-EG" smtClean="0"/>
              <a:pPr>
                <a:defRPr/>
              </a:pPr>
              <a:t>‹#›</a:t>
            </a:fld>
            <a:endParaRPr lang="ar-EG" dirty="0"/>
          </a:p>
        </p:txBody>
      </p:sp>
    </p:spTree>
    <p:extLst>
      <p:ext uri="{BB962C8B-B14F-4D97-AF65-F5344CB8AC3E}">
        <p14:creationId xmlns:p14="http://schemas.microsoft.com/office/powerpoint/2010/main" val="1310745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7" name="Straight Connector 16"/>
          <p:cNvSpPr>
            <a:spLocks noChangeShapeType="1"/>
          </p:cNvSpPr>
          <p:nvPr/>
        </p:nvSpPr>
        <p:spPr bwMode="auto">
          <a:xfrm>
            <a:off x="6192441"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8" name="Straight Connector 17"/>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 name="Straight Connector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1" name="Oval 10"/>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 name="Title 1"/>
          <p:cNvSpPr>
            <a:spLocks noGrp="1"/>
          </p:cNvSpPr>
          <p:nvPr>
            <p:ph type="title"/>
          </p:nvPr>
        </p:nvSpPr>
        <p:spPr>
          <a:xfrm rot="5400000">
            <a:off x="3371850" y="3200400"/>
            <a:ext cx="6309360" cy="457200"/>
          </a:xfrm>
        </p:spPr>
        <p:txBody>
          <a:bodyPr/>
          <a:lstStyle>
            <a:lvl1pPr algn="l">
              <a:buNone/>
              <a:defRPr sz="633"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127"/>
              </a:spcBef>
              <a:spcAft>
                <a:spcPts val="316"/>
              </a:spcAft>
              <a:buNone/>
              <a:defRPr sz="380"/>
            </a:lvl1pPr>
            <a:lvl2pPr>
              <a:buNone/>
              <a:defRPr sz="380"/>
            </a:lvl2pPr>
            <a:lvl3pPr>
              <a:buNone/>
              <a:defRPr sz="316"/>
            </a:lvl3pPr>
            <a:lvl4pPr>
              <a:buNone/>
              <a:defRPr sz="285"/>
            </a:lvl4pPr>
            <a:lvl5pPr>
              <a:buNone/>
              <a:defRPr sz="285"/>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p:cNvSpPr>
            <a:spLocks noGrp="1"/>
          </p:cNvSpPr>
          <p:nvPr>
            <p:ph type="dt" sz="half" idx="10"/>
          </p:nvPr>
        </p:nvSpPr>
        <p:spPr/>
        <p:txBody>
          <a:bodyPr rtlCol="0"/>
          <a:lstStyle>
            <a:lvl1pPr>
              <a:defRPr/>
            </a:lvl1pPr>
          </a:lstStyle>
          <a:p>
            <a:pPr>
              <a:defRPr/>
            </a:pPr>
            <a:fld id="{97D31FA5-4F1A-4EA2-AD7C-EC17E3141AD9}" type="datetime8">
              <a:rPr lang="ar-EG" smtClean="0"/>
              <a:t>29 نيسان، 24</a:t>
            </a:fld>
            <a:endParaRPr lang="ar-EG"/>
          </a:p>
        </p:txBody>
      </p:sp>
      <p:sp>
        <p:nvSpPr>
          <p:cNvPr id="13" name="Slide Number Placeholder 21"/>
          <p:cNvSpPr>
            <a:spLocks noGrp="1"/>
          </p:cNvSpPr>
          <p:nvPr>
            <p:ph type="sldNum"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fld id="{183DE3D8-F9AA-42FA-BF30-E3ED55A94BC0}" type="slidenum">
              <a:rPr lang="ar-EG"/>
              <a:pPr>
                <a:defRPr/>
              </a:pPr>
              <a:t>‹#›</a:t>
            </a:fld>
            <a:endParaRPr lang="ar-EG"/>
          </a:p>
        </p:txBody>
      </p:sp>
      <p:sp>
        <p:nvSpPr>
          <p:cNvPr id="14" name="Footer Placeholder 22"/>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75973696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6" name="Oval 5"/>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7" name="Straight Connector 16"/>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9" name="Straight Connector 18"/>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11" name="Straight Connector 20"/>
          <p:cNvSpPr>
            <a:spLocks noChangeShapeType="1"/>
          </p:cNvSpPr>
          <p:nvPr/>
        </p:nvSpPr>
        <p:spPr bwMode="auto">
          <a:xfrm>
            <a:off x="6192441"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rot="5400000">
            <a:off x="3350133" y="3200400"/>
            <a:ext cx="6309360" cy="457200"/>
          </a:xfrm>
        </p:spPr>
        <p:txBody>
          <a:bodyPr/>
          <a:lstStyle>
            <a:lvl1pPr algn="l">
              <a:buNone/>
              <a:defRPr sz="633"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1013"/>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32"/>
              </a:spcBef>
              <a:spcAft>
                <a:spcPts val="127"/>
              </a:spcAft>
              <a:buFontTx/>
              <a:buNone/>
              <a:defRPr sz="380"/>
            </a:lvl1pPr>
            <a:lvl2pPr>
              <a:defRPr sz="380"/>
            </a:lvl2pPr>
            <a:lvl3pPr>
              <a:defRPr sz="316"/>
            </a:lvl3pPr>
            <a:lvl4pPr>
              <a:defRPr sz="285"/>
            </a:lvl4pPr>
            <a:lvl5pPr>
              <a:defRPr sz="285"/>
            </a:lvl5pPr>
          </a:lstStyle>
          <a:p>
            <a:pPr lvl="0"/>
            <a:r>
              <a:rPr lang="en-US"/>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fld id="{D5205589-5B26-47EA-8775-8F1F63B57AF3}" type="datetime8">
              <a:rPr lang="ar-EG" smtClean="0"/>
              <a:t>29 نيسان، 24</a:t>
            </a:fld>
            <a:endParaRPr lang="ar-EG"/>
          </a:p>
        </p:txBody>
      </p:sp>
      <p:sp>
        <p:nvSpPr>
          <p:cNvPr id="13" name="Slide Number Placeholder 17"/>
          <p:cNvSpPr>
            <a:spLocks noGrp="1"/>
          </p:cNvSpPr>
          <p:nvPr>
            <p:ph type="sldNum" sz="quarter" idx="11"/>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F2884BE9-4024-43E1-AD74-B629C594A240}" type="slidenum">
              <a:rPr lang="ar-EG" smtClean="0"/>
              <a:pPr>
                <a:defRPr/>
              </a:pPr>
              <a:t>‹#›</a:t>
            </a:fld>
            <a:endParaRPr lang="ar-EG" dirty="0"/>
          </a:p>
        </p:txBody>
      </p:sp>
      <p:sp>
        <p:nvSpPr>
          <p:cNvPr id="14" name="Footer Placeholder 20"/>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23484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7F3C302-0B0A-4594-A400-209A3754754F}" type="datetime8">
              <a:rPr lang="ar-EG" smtClean="0"/>
              <a:t>29 نيسان، 24</a:t>
            </a:fld>
            <a:endParaRPr lang="ar-EG"/>
          </a:p>
        </p:txBody>
      </p:sp>
      <p:sp>
        <p:nvSpPr>
          <p:cNvPr id="5" name="Footer Placeholder 2"/>
          <p:cNvSpPr>
            <a:spLocks noGrp="1"/>
          </p:cNvSpPr>
          <p:nvPr>
            <p:ph type="ftr" sz="quarter" idx="11"/>
          </p:nvPr>
        </p:nvSpPr>
        <p:spPr/>
        <p:txBody>
          <a:bodyPr/>
          <a:lstStyle>
            <a:lvl1pPr>
              <a:defRPr/>
            </a:lvl1pPr>
          </a:lstStyle>
          <a:p>
            <a:pPr>
              <a:defRPr/>
            </a:pPr>
            <a:endParaRPr lang="ar-EG"/>
          </a:p>
        </p:txBody>
      </p:sp>
      <p:sp>
        <p:nvSpPr>
          <p:cNvPr id="6" name="Slide Number Placeholder 22"/>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52F9B6EC-5383-43A3-9E20-748B0C6A8FA6}" type="slidenum">
              <a:rPr lang="ar-EG" smtClean="0"/>
              <a:pPr>
                <a:defRPr/>
              </a:pPr>
              <a:t>‹#›</a:t>
            </a:fld>
            <a:endParaRPr lang="ar-EG" dirty="0"/>
          </a:p>
        </p:txBody>
      </p:sp>
    </p:spTree>
    <p:extLst>
      <p:ext uri="{BB962C8B-B14F-4D97-AF65-F5344CB8AC3E}">
        <p14:creationId xmlns:p14="http://schemas.microsoft.com/office/powerpoint/2010/main" val="561992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1"/>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5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6B2B2AFE-9A12-4D76-8DB1-C23D7D69FD18}" type="datetime8">
              <a:rPr lang="ar-EG" smtClean="0"/>
              <a:t>29 نيسان، 24</a:t>
            </a:fld>
            <a:endParaRPr lang="ar-EG"/>
          </a:p>
        </p:txBody>
      </p:sp>
      <p:sp>
        <p:nvSpPr>
          <p:cNvPr id="5" name="Footer Placeholder 2"/>
          <p:cNvSpPr>
            <a:spLocks noGrp="1"/>
          </p:cNvSpPr>
          <p:nvPr>
            <p:ph type="ftr" sz="quarter" idx="11"/>
          </p:nvPr>
        </p:nvSpPr>
        <p:spPr/>
        <p:txBody>
          <a:bodyPr/>
          <a:lstStyle>
            <a:lvl1pPr>
              <a:defRPr/>
            </a:lvl1pPr>
          </a:lstStyle>
          <a:p>
            <a:pPr>
              <a:defRPr/>
            </a:pPr>
            <a:endParaRPr lang="ar-EG"/>
          </a:p>
        </p:txBody>
      </p:sp>
      <p:sp>
        <p:nvSpPr>
          <p:cNvPr id="6" name="Slide Number Placeholder 22"/>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E62BB2A7-2667-4C2A-A013-A4FBF9EC3AA8}" type="slidenum">
              <a:rPr lang="ar-EG" smtClean="0"/>
              <a:pPr>
                <a:defRPr/>
              </a:pPr>
              <a:t>‹#›</a:t>
            </a:fld>
            <a:endParaRPr lang="ar-EG" dirty="0"/>
          </a:p>
        </p:txBody>
      </p:sp>
    </p:spTree>
    <p:extLst>
      <p:ext uri="{BB962C8B-B14F-4D97-AF65-F5344CB8AC3E}">
        <p14:creationId xmlns:p14="http://schemas.microsoft.com/office/powerpoint/2010/main" val="445764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459958" y="6284398"/>
            <a:ext cx="13596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200" dirty="0" err="1"/>
              <a:t>Salwa</a:t>
            </a:r>
            <a:r>
              <a:rPr lang="en-US" altLang="en-US" sz="1200" dirty="0"/>
              <a:t> El-</a:t>
            </a:r>
            <a:r>
              <a:rPr lang="en-US" altLang="en-US" sz="1200" dirty="0" err="1"/>
              <a:t>Sabban</a:t>
            </a:r>
            <a:endParaRPr lang="en-US" altLang="en-US" sz="1200" dirty="0"/>
          </a:p>
        </p:txBody>
      </p:sp>
      <p:sp>
        <p:nvSpPr>
          <p:cNvPr id="3" name="Date Placeholder 3"/>
          <p:cNvSpPr>
            <a:spLocks noGrp="1"/>
          </p:cNvSpPr>
          <p:nvPr>
            <p:ph type="dt" sz="half" idx="10"/>
          </p:nvPr>
        </p:nvSpPr>
        <p:spPr/>
        <p:txBody>
          <a:bodyPr/>
          <a:lstStyle>
            <a:lvl1pPr>
              <a:defRPr/>
            </a:lvl1pPr>
          </a:lstStyle>
          <a:p>
            <a:pPr>
              <a:defRPr/>
            </a:pPr>
            <a:fld id="{1F816660-71EA-4340-8436-24C24D9C264A}" type="datetime8">
              <a:rPr lang="ar-EG" smtClean="0"/>
              <a:t>29 نيسان، 24</a:t>
            </a:fld>
            <a:endParaRPr lang="ar-EG"/>
          </a:p>
        </p:txBody>
      </p:sp>
      <p:sp>
        <p:nvSpPr>
          <p:cNvPr id="4" name="Footer Placeholder 4"/>
          <p:cNvSpPr>
            <a:spLocks noGrp="1"/>
          </p:cNvSpPr>
          <p:nvPr>
            <p:ph type="ftr" sz="quarter" idx="11"/>
          </p:nvPr>
        </p:nvSpPr>
        <p:spPr/>
        <p:txBody>
          <a:bodyPr/>
          <a:lstStyle>
            <a:lvl1pPr>
              <a:defRPr/>
            </a:lvl1pPr>
          </a:lstStyle>
          <a:p>
            <a:pPr>
              <a:defRPr/>
            </a:pPr>
            <a:endParaRPr lang="ar-EG"/>
          </a:p>
        </p:txBody>
      </p:sp>
      <p:sp>
        <p:nvSpPr>
          <p:cNvPr id="5" name="Slide Number Placeholder 5"/>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E381E8E9-AEC6-4333-92D3-BE0B17324249}" type="slidenum">
              <a:rPr lang="ar-EG"/>
              <a:pPr>
                <a:defRPr/>
              </a:pPr>
              <a:t>‹#›</a:t>
            </a:fld>
            <a:endParaRPr lang="ar-EG" dirty="0"/>
          </a:p>
        </p:txBody>
      </p:sp>
    </p:spTree>
    <p:extLst>
      <p:ext uri="{BB962C8B-B14F-4D97-AF65-F5344CB8AC3E}">
        <p14:creationId xmlns:p14="http://schemas.microsoft.com/office/powerpoint/2010/main" val="1175637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42211130-7563-4AC3-BE89-DE1930AE91A3}" type="datetime8">
              <a:rPr lang="ar-EG" smtClean="0"/>
              <a:t>29 نيسان، 24</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340EBD15-E514-4DEB-B206-81170D5A8E96}" type="slidenum">
              <a:rPr lang="ar-SA" smtClean="0"/>
              <a:pPr>
                <a:defRPr/>
              </a:pPr>
              <a:t>‹#›</a:t>
            </a:fld>
            <a:endParaRPr lang="en-US" dirty="0"/>
          </a:p>
        </p:txBody>
      </p:sp>
    </p:spTree>
    <p:extLst>
      <p:ext uri="{BB962C8B-B14F-4D97-AF65-F5344CB8AC3E}">
        <p14:creationId xmlns:p14="http://schemas.microsoft.com/office/powerpoint/2010/main" val="1081426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5" name="Rectangle 4"/>
          <p:cNvSpPr/>
          <p:nvPr/>
        </p:nvSpPr>
        <p:spPr bwMode="auto">
          <a:xfrm>
            <a:off x="276226"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6" name="Rectangle 5"/>
          <p:cNvSpPr/>
          <p:nvPr/>
        </p:nvSpPr>
        <p:spPr bwMode="auto">
          <a:xfrm>
            <a:off x="990600" y="0"/>
            <a:ext cx="18216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7" name="Rectangle 6"/>
          <p:cNvSpPr/>
          <p:nvPr/>
        </p:nvSpPr>
        <p:spPr bwMode="auto">
          <a:xfrm>
            <a:off x="1141810" y="0"/>
            <a:ext cx="22979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 name="Straight Connector 9"/>
          <p:cNvSpPr>
            <a:spLocks noChangeShapeType="1"/>
          </p:cNvSpPr>
          <p:nvPr/>
        </p:nvSpPr>
        <p:spPr bwMode="auto">
          <a:xfrm>
            <a:off x="10596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2" name="Straight Connector 11"/>
          <p:cNvSpPr>
            <a:spLocks noChangeShapeType="1"/>
          </p:cNvSpPr>
          <p:nvPr/>
        </p:nvSpPr>
        <p:spPr bwMode="auto">
          <a:xfrm>
            <a:off x="853679"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3" name="Straight Connector 12"/>
          <p:cNvSpPr>
            <a:spLocks noChangeShapeType="1"/>
          </p:cNvSpPr>
          <p:nvPr/>
        </p:nvSpPr>
        <p:spPr bwMode="auto">
          <a:xfrm>
            <a:off x="172759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5" name="Straight Connector 14"/>
          <p:cNvSpPr>
            <a:spLocks noChangeShapeType="1"/>
          </p:cNvSpPr>
          <p:nvPr/>
        </p:nvSpPr>
        <p:spPr bwMode="auto">
          <a:xfrm>
            <a:off x="9114235"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8" name="Oval 17"/>
          <p:cNvSpPr/>
          <p:nvPr/>
        </p:nvSpPr>
        <p:spPr bwMode="auto">
          <a:xfrm>
            <a:off x="1309689" y="4867275"/>
            <a:ext cx="641747"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9" name="Oval 18"/>
          <p:cNvSpPr/>
          <p:nvPr/>
        </p:nvSpPr>
        <p:spPr bwMode="auto">
          <a:xfrm>
            <a:off x="1090613" y="5500691"/>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0" name="Oval 19"/>
          <p:cNvSpPr/>
          <p:nvPr/>
        </p:nvSpPr>
        <p:spPr bwMode="auto">
          <a:xfrm>
            <a:off x="1663304" y="5788025"/>
            <a:ext cx="27503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1" name="Oval 20"/>
          <p:cNvSpPr/>
          <p:nvPr/>
        </p:nvSpPr>
        <p:spPr>
          <a:xfrm>
            <a:off x="1905001" y="4495803"/>
            <a:ext cx="365522"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570" b="1">
                <a:solidFill>
                  <a:schemeClr val="tx2"/>
                </a:solidFill>
              </a:defRPr>
            </a:lvl1pPr>
            <a:lvl2pPr marL="144658" indent="0" algn="ctr">
              <a:buNone/>
            </a:lvl2pPr>
            <a:lvl3pPr marL="289315" indent="0" algn="ctr">
              <a:buNone/>
            </a:lvl3pPr>
            <a:lvl4pPr marL="433973" indent="0" algn="ctr">
              <a:buNone/>
            </a:lvl4pPr>
            <a:lvl5pPr marL="578630" indent="0" algn="ctr">
              <a:buNone/>
            </a:lvl5pPr>
            <a:lvl6pPr marL="723287" indent="0" algn="ctr">
              <a:buNone/>
            </a:lvl6pPr>
            <a:lvl7pPr marL="867944" indent="0" algn="ctr">
              <a:buNone/>
            </a:lvl7pPr>
            <a:lvl8pPr marL="1012602" indent="0" algn="ctr">
              <a:buNone/>
            </a:lvl8pPr>
            <a:lvl9pPr marL="1157259" indent="0" algn="ctr">
              <a:buNone/>
            </a:lvl9pPr>
          </a:lstStyle>
          <a:p>
            <a:r>
              <a:rPr lang="en-US"/>
              <a:t>Click to edit Master subtitle style</a:t>
            </a:r>
          </a:p>
        </p:txBody>
      </p:sp>
      <p:sp>
        <p:nvSpPr>
          <p:cNvPr id="22" name="Date Placeholder 27"/>
          <p:cNvSpPr>
            <a:spLocks noGrp="1"/>
          </p:cNvSpPr>
          <p:nvPr>
            <p:ph type="dt" sz="half" idx="10"/>
          </p:nvPr>
        </p:nvSpPr>
        <p:spPr bwMode="auto">
          <a:xfrm rot="5400000">
            <a:off x="7764066" y="1174750"/>
            <a:ext cx="2286000" cy="381000"/>
          </a:xfrm>
        </p:spPr>
        <p:txBody>
          <a:bodyPr/>
          <a:lstStyle>
            <a:lvl1pPr>
              <a:defRPr/>
            </a:lvl1pPr>
          </a:lstStyle>
          <a:p>
            <a:pPr>
              <a:defRPr/>
            </a:pPr>
            <a:fld id="{504E0A86-0AF8-43C2-B7E1-C9D4F7CBF7FB}" type="datetime8">
              <a:rPr lang="ar-EG" smtClean="0"/>
              <a:t>29 نيسان، 24</a:t>
            </a:fld>
            <a:endParaRPr lang="ar-EG"/>
          </a:p>
        </p:txBody>
      </p:sp>
      <p:sp>
        <p:nvSpPr>
          <p:cNvPr id="23" name="Footer Placeholder 16"/>
          <p:cNvSpPr>
            <a:spLocks noGrp="1"/>
          </p:cNvSpPr>
          <p:nvPr>
            <p:ph type="ftr" sz="quarter" idx="11"/>
          </p:nvPr>
        </p:nvSpPr>
        <p:spPr bwMode="auto">
          <a:xfrm rot="5400000">
            <a:off x="7077076" y="4181875"/>
            <a:ext cx="3657600" cy="383381"/>
          </a:xfrm>
        </p:spPr>
        <p:txBody>
          <a:bodyPr/>
          <a:lstStyle>
            <a:lvl1pPr>
              <a:defRPr/>
            </a:lvl1pPr>
          </a:lstStyle>
          <a:p>
            <a:pPr>
              <a:defRPr/>
            </a:pPr>
            <a:endParaRPr lang="ar-EG"/>
          </a:p>
        </p:txBody>
      </p:sp>
      <p:sp>
        <p:nvSpPr>
          <p:cNvPr id="24" name="Slide Number Placeholder 28"/>
          <p:cNvSpPr>
            <a:spLocks noGrp="1"/>
          </p:cNvSpPr>
          <p:nvPr>
            <p:ph type="sldNum" sz="quarter" idx="12"/>
          </p:nvPr>
        </p:nvSpPr>
        <p:spPr bwMode="auto">
          <a:xfrm>
            <a:off x="1325166" y="4929191"/>
            <a:ext cx="609600" cy="517525"/>
          </a:xfrm>
        </p:spPr>
        <p:txBody>
          <a:bodyPr/>
          <a:lstStyle>
            <a:lvl1pPr>
              <a:defRPr>
                <a:latin typeface="Times New Roman" panose="02020603050405020304" pitchFamily="18" charset="0"/>
                <a:cs typeface="Times New Roman" panose="02020603050405020304" pitchFamily="18" charset="0"/>
              </a:defRPr>
            </a:lvl1pPr>
          </a:lstStyle>
          <a:p>
            <a:pPr>
              <a:defRPr/>
            </a:pPr>
            <a:fld id="{A0E91828-F273-437B-AD16-9357EB271C65}" type="slidenum">
              <a:rPr lang="ar-EG"/>
              <a:pPr>
                <a:defRPr/>
              </a:pPr>
              <a:t>‹#›</a:t>
            </a:fld>
            <a:endParaRPr lang="ar-EG"/>
          </a:p>
        </p:txBody>
      </p:sp>
    </p:spTree>
    <p:extLst>
      <p:ext uri="{BB962C8B-B14F-4D97-AF65-F5344CB8AC3E}">
        <p14:creationId xmlns:p14="http://schemas.microsoft.com/office/powerpoint/2010/main" val="307166189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rtlCol="0"/>
          <a:lstStyle>
            <a:lvl1pPr>
              <a:defRPr/>
            </a:lvl1pPr>
          </a:lstStyle>
          <a:p>
            <a:pPr>
              <a:defRPr/>
            </a:pPr>
            <a:fld id="{17B4FAB6-BF02-4492-B34B-9D3B2E2201CA}" type="datetime8">
              <a:rPr lang="ar-EG" smtClean="0"/>
              <a:t>29 نيسان، 24</a:t>
            </a:fld>
            <a:endParaRPr lang="ar-EG"/>
          </a:p>
        </p:txBody>
      </p:sp>
      <p:sp>
        <p:nvSpPr>
          <p:cNvPr id="5" name="Slide Number Placeholder 8"/>
          <p:cNvSpPr>
            <a:spLocks noGrp="1"/>
          </p:cNvSpPr>
          <p:nvPr>
            <p:ph type="sldNum"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fld id="{E381E8E9-AEC6-4333-92D3-BE0B17324249}" type="slidenum">
              <a:rPr lang="ar-EG" smtClean="0"/>
              <a:pPr>
                <a:defRPr/>
              </a:pPr>
              <a:t>‹#›</a:t>
            </a:fld>
            <a:fld id="{62BFC7ED-1EB9-44D1-85FF-82DECC3F4C8F}" type="slidenum">
              <a:rPr lang="ar-EG" sz="1350" smtClean="0"/>
              <a:pPr>
                <a:defRPr/>
              </a:pPr>
              <a:t>‹#›</a:t>
            </a:fld>
            <a:endParaRPr lang="ar-EG" sz="1350" dirty="0"/>
          </a:p>
        </p:txBody>
      </p:sp>
      <p:sp>
        <p:nvSpPr>
          <p:cNvPr id="6" name="Footer Placeholder 9"/>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2983282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5" name="Rectangle 4"/>
          <p:cNvSpPr/>
          <p:nvPr/>
        </p:nvSpPr>
        <p:spPr bwMode="auto">
          <a:xfrm>
            <a:off x="276226"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6" name="Rectangle 5"/>
          <p:cNvSpPr/>
          <p:nvPr/>
        </p:nvSpPr>
        <p:spPr bwMode="auto">
          <a:xfrm>
            <a:off x="990600" y="0"/>
            <a:ext cx="18216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7" name="Rectangle 6"/>
          <p:cNvSpPr/>
          <p:nvPr/>
        </p:nvSpPr>
        <p:spPr bwMode="auto">
          <a:xfrm>
            <a:off x="1141810" y="0"/>
            <a:ext cx="22979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8" name="Straight Connector 7"/>
          <p:cNvSpPr>
            <a:spLocks noChangeShapeType="1"/>
          </p:cNvSpPr>
          <p:nvPr/>
        </p:nvSpPr>
        <p:spPr bwMode="auto">
          <a:xfrm>
            <a:off x="10596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0" name="Straight Connector 9"/>
          <p:cNvSpPr>
            <a:spLocks noChangeShapeType="1"/>
          </p:cNvSpPr>
          <p:nvPr/>
        </p:nvSpPr>
        <p:spPr bwMode="auto">
          <a:xfrm>
            <a:off x="853679"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1" name="Straight Connector 10"/>
          <p:cNvSpPr>
            <a:spLocks noChangeShapeType="1"/>
          </p:cNvSpPr>
          <p:nvPr/>
        </p:nvSpPr>
        <p:spPr bwMode="auto">
          <a:xfrm>
            <a:off x="172759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5" name="Oval 14"/>
          <p:cNvSpPr/>
          <p:nvPr/>
        </p:nvSpPr>
        <p:spPr bwMode="auto">
          <a:xfrm>
            <a:off x="1323976"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6" name="Oval 15"/>
          <p:cNvSpPr/>
          <p:nvPr/>
        </p:nvSpPr>
        <p:spPr bwMode="auto">
          <a:xfrm>
            <a:off x="1090613" y="5500691"/>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7" name="Oval 16"/>
          <p:cNvSpPr/>
          <p:nvPr/>
        </p:nvSpPr>
        <p:spPr bwMode="auto">
          <a:xfrm>
            <a:off x="1663304" y="5791200"/>
            <a:ext cx="275034"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8" name="Oval 17"/>
          <p:cNvSpPr/>
          <p:nvPr/>
        </p:nvSpPr>
        <p:spPr bwMode="auto">
          <a:xfrm>
            <a:off x="1879999" y="4479928"/>
            <a:ext cx="364331"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19" name="Straight Connector 18"/>
          <p:cNvSpPr>
            <a:spLocks noChangeShapeType="1"/>
          </p:cNvSpPr>
          <p:nvPr/>
        </p:nvSpPr>
        <p:spPr bwMode="auto">
          <a:xfrm>
            <a:off x="909756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white"/>
              </a:solidFill>
              <a:latin typeface="Arial" charset="0"/>
              <a:cs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949"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570" b="1">
                <a:solidFill>
                  <a:schemeClr val="tx2"/>
                </a:solidFill>
              </a:defRPr>
            </a:lvl1pPr>
            <a:lvl2pPr>
              <a:buNone/>
              <a:defRPr sz="570">
                <a:solidFill>
                  <a:schemeClr val="tx1">
                    <a:tint val="75000"/>
                  </a:schemeClr>
                </a:solidFill>
              </a:defRPr>
            </a:lvl2pPr>
            <a:lvl3pPr>
              <a:buNone/>
              <a:defRPr sz="506">
                <a:solidFill>
                  <a:schemeClr val="tx1">
                    <a:tint val="75000"/>
                  </a:schemeClr>
                </a:solidFill>
              </a:defRPr>
            </a:lvl3pPr>
            <a:lvl4pPr>
              <a:buNone/>
              <a:defRPr sz="443">
                <a:solidFill>
                  <a:schemeClr val="tx1">
                    <a:tint val="75000"/>
                  </a:schemeClr>
                </a:solidFill>
              </a:defRPr>
            </a:lvl4pPr>
            <a:lvl5pPr>
              <a:buNone/>
              <a:defRPr sz="443">
                <a:solidFill>
                  <a:schemeClr val="tx1">
                    <a:tint val="75000"/>
                  </a:schemeClr>
                </a:solidFill>
              </a:defRPr>
            </a:lvl5pPr>
          </a:lstStyle>
          <a:p>
            <a:pPr lvl="0"/>
            <a:r>
              <a:rPr lang="en-US"/>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solidFill>
                  <a:srgbClr val="FFF39D"/>
                </a:solidFill>
              </a:defRPr>
            </a:lvl1pPr>
          </a:lstStyle>
          <a:p>
            <a:pPr>
              <a:defRPr/>
            </a:pPr>
            <a:fld id="{3E4E0CD5-4E37-4425-84EF-DE7A2D3110EB}" type="datetime8">
              <a:rPr lang="ar-EG" smtClean="0"/>
              <a:t>29 نيسان، 24</a:t>
            </a:fld>
            <a:endParaRPr lang="ar-EG"/>
          </a:p>
        </p:txBody>
      </p:sp>
      <p:sp>
        <p:nvSpPr>
          <p:cNvPr id="21" name="Footer Placeholder 4"/>
          <p:cNvSpPr>
            <a:spLocks noGrp="1"/>
          </p:cNvSpPr>
          <p:nvPr>
            <p:ph type="ftr" sz="quarter" idx="11"/>
          </p:nvPr>
        </p:nvSpPr>
        <p:spPr bwMode="auto">
          <a:xfrm rot="5400000">
            <a:off x="7077076" y="4178700"/>
            <a:ext cx="3657600" cy="383381"/>
          </a:xfrm>
        </p:spPr>
        <p:txBody>
          <a:bodyPr/>
          <a:lstStyle>
            <a:lvl1pPr>
              <a:defRPr>
                <a:solidFill>
                  <a:srgbClr val="FFF39D"/>
                </a:solidFill>
              </a:defRPr>
            </a:lvl1pPr>
          </a:lstStyle>
          <a:p>
            <a:pPr>
              <a:defRPr/>
            </a:pPr>
            <a:endParaRPr lang="ar-EG"/>
          </a:p>
        </p:txBody>
      </p:sp>
      <p:sp>
        <p:nvSpPr>
          <p:cNvPr id="22" name="Slide Number Placeholder 5"/>
          <p:cNvSpPr>
            <a:spLocks noGrp="1"/>
          </p:cNvSpPr>
          <p:nvPr>
            <p:ph type="sldNum" sz="quarter" idx="12"/>
          </p:nvPr>
        </p:nvSpPr>
        <p:spPr bwMode="auto">
          <a:xfrm>
            <a:off x="1339454" y="4929191"/>
            <a:ext cx="609600" cy="517525"/>
          </a:xfrm>
        </p:spPr>
        <p:txBody>
          <a:bodyPr/>
          <a:lstStyle>
            <a:lvl1pPr>
              <a:defRPr>
                <a:latin typeface="Times New Roman" panose="02020603050405020304" pitchFamily="18" charset="0"/>
                <a:cs typeface="Times New Roman" panose="02020603050405020304" pitchFamily="18" charset="0"/>
              </a:defRPr>
            </a:lvl1pPr>
          </a:lstStyle>
          <a:p>
            <a:pPr>
              <a:defRPr/>
            </a:pPr>
            <a:fld id="{D1E867DD-86BE-4D93-9F34-BAB0679459B3}" type="slidenum">
              <a:rPr lang="ar-EG"/>
              <a:pPr>
                <a:defRPr/>
              </a:pPr>
              <a:t>‹#›</a:t>
            </a:fld>
            <a:endParaRPr lang="ar-EG"/>
          </a:p>
        </p:txBody>
      </p:sp>
    </p:spTree>
    <p:extLst>
      <p:ext uri="{BB962C8B-B14F-4D97-AF65-F5344CB8AC3E}">
        <p14:creationId xmlns:p14="http://schemas.microsoft.com/office/powerpoint/2010/main" val="19359350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A7EBD354-7471-4D5E-A4C8-490010B0A075}" type="datetime8">
              <a:rPr lang="ar-EG" smtClean="0"/>
              <a:t>29 نيسان، 24</a:t>
            </a:fld>
            <a:endParaRPr lang="ar-EG"/>
          </a:p>
        </p:txBody>
      </p:sp>
      <p:sp>
        <p:nvSpPr>
          <p:cNvPr id="6" name="Footer Placeholder 2"/>
          <p:cNvSpPr>
            <a:spLocks noGrp="1"/>
          </p:cNvSpPr>
          <p:nvPr>
            <p:ph type="ftr" sz="quarter" idx="11"/>
          </p:nvPr>
        </p:nvSpPr>
        <p:spPr/>
        <p:txBody>
          <a:bodyPr/>
          <a:lstStyle>
            <a:lvl1pPr>
              <a:defRPr/>
            </a:lvl1pPr>
          </a:lstStyle>
          <a:p>
            <a:pPr>
              <a:defRPr/>
            </a:pPr>
            <a:endParaRPr lang="ar-EG"/>
          </a:p>
        </p:txBody>
      </p:sp>
      <p:sp>
        <p:nvSpPr>
          <p:cNvPr id="7" name="Slide Number Placeholder 22"/>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27F5265A-C989-4384-9D75-6246FC143E10}" type="slidenum">
              <a:rPr lang="ar-EG"/>
              <a:pPr>
                <a:defRPr/>
              </a:pPr>
              <a:t>‹#›</a:t>
            </a:fld>
            <a:endParaRPr lang="ar-EG"/>
          </a:p>
        </p:txBody>
      </p:sp>
    </p:spTree>
    <p:extLst>
      <p:ext uri="{BB962C8B-B14F-4D97-AF65-F5344CB8AC3E}">
        <p14:creationId xmlns:p14="http://schemas.microsoft.com/office/powerpoint/2010/main" val="1311573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633"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633"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a:defRPr/>
            </a:pPr>
            <a:fld id="{41BF3D7A-631E-4366-BC6F-37DDE89302A3}" type="datetime8">
              <a:rPr lang="ar-EG" smtClean="0"/>
              <a:t>29 نيسان، 24</a:t>
            </a:fld>
            <a:endParaRPr lang="ar-EG"/>
          </a:p>
        </p:txBody>
      </p:sp>
      <p:sp>
        <p:nvSpPr>
          <p:cNvPr id="8" name="Footer Placeholder 2"/>
          <p:cNvSpPr>
            <a:spLocks noGrp="1"/>
          </p:cNvSpPr>
          <p:nvPr>
            <p:ph type="ftr" sz="quarter" idx="11"/>
          </p:nvPr>
        </p:nvSpPr>
        <p:spPr/>
        <p:txBody>
          <a:bodyPr/>
          <a:lstStyle>
            <a:lvl1pPr>
              <a:defRPr/>
            </a:lvl1pPr>
          </a:lstStyle>
          <a:p>
            <a:pPr>
              <a:defRPr/>
            </a:pPr>
            <a:endParaRPr lang="ar-EG"/>
          </a:p>
        </p:txBody>
      </p:sp>
      <p:sp>
        <p:nvSpPr>
          <p:cNvPr id="9" name="Slide Number Placeholder 22"/>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05148FDF-64CB-48F0-976B-B5FEBC6FCAE4}" type="slidenum">
              <a:rPr lang="ar-EG"/>
              <a:pPr>
                <a:defRPr/>
              </a:pPr>
              <a:t>‹#›</a:t>
            </a:fld>
            <a:endParaRPr lang="ar-EG"/>
          </a:p>
        </p:txBody>
      </p:sp>
    </p:spTree>
    <p:extLst>
      <p:ext uri="{BB962C8B-B14F-4D97-AF65-F5344CB8AC3E}">
        <p14:creationId xmlns:p14="http://schemas.microsoft.com/office/powerpoint/2010/main" val="1164468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5"/>
          <p:cNvSpPr>
            <a:spLocks noGrp="1"/>
          </p:cNvSpPr>
          <p:nvPr>
            <p:ph type="dt" sz="half" idx="10"/>
          </p:nvPr>
        </p:nvSpPr>
        <p:spPr/>
        <p:txBody>
          <a:bodyPr rtlCol="0"/>
          <a:lstStyle>
            <a:lvl1pPr>
              <a:defRPr/>
            </a:lvl1pPr>
          </a:lstStyle>
          <a:p>
            <a:pPr>
              <a:defRPr/>
            </a:pPr>
            <a:fld id="{DA4A868C-4075-43B0-B484-D497AFF0AEFC}" type="datetime8">
              <a:rPr lang="ar-EG" smtClean="0"/>
              <a:t>29 نيسان، 24</a:t>
            </a:fld>
            <a:endParaRPr lang="ar-EG"/>
          </a:p>
        </p:txBody>
      </p:sp>
      <p:sp>
        <p:nvSpPr>
          <p:cNvPr id="5" name="Slide Number Placeholder 6"/>
          <p:cNvSpPr>
            <a:spLocks noGrp="1"/>
          </p:cNvSpPr>
          <p:nvPr>
            <p:ph type="sldNum" sz="quarter" idx="11"/>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9FFC3A94-43F5-48EA-8B4A-F2D9A3B74E3F}" type="slidenum">
              <a:rPr lang="ar-EG" smtClean="0"/>
              <a:pPr>
                <a:defRPr/>
              </a:pPr>
              <a:t>‹#›</a:t>
            </a:fld>
            <a:endParaRPr lang="ar-EG" dirty="0"/>
          </a:p>
        </p:txBody>
      </p:sp>
      <p:sp>
        <p:nvSpPr>
          <p:cNvPr id="6" name="Footer Placeholder 7"/>
          <p:cNvSpPr>
            <a:spLocks noGrp="1"/>
          </p:cNvSpPr>
          <p:nvPr>
            <p:ph type="ftr" sz="quarter" idx="12"/>
          </p:nvPr>
        </p:nvSpPr>
        <p:spPr/>
        <p:txBody>
          <a:bodyPr rtlCol="0"/>
          <a:lstStyle>
            <a:lvl1pPr>
              <a:defRPr/>
            </a:lvl1pPr>
          </a:lstStyle>
          <a:p>
            <a:pPr>
              <a:defRPr/>
            </a:pPr>
            <a:endParaRPr lang="ar-EG"/>
          </a:p>
        </p:txBody>
      </p:sp>
      <p:sp>
        <p:nvSpPr>
          <p:cNvPr id="7" name="TextBox 6">
            <a:extLst>
              <a:ext uri="{FF2B5EF4-FFF2-40B4-BE49-F238E27FC236}">
                <a16:creationId xmlns:a16="http://schemas.microsoft.com/office/drawing/2014/main" id="{61599278-DDE4-4122-8BDE-E4DF1ED104EF}"/>
              </a:ext>
            </a:extLst>
          </p:cNvPr>
          <p:cNvSpPr txBox="1">
            <a:spLocks noChangeArrowheads="1"/>
          </p:cNvSpPr>
          <p:nvPr userDrawn="1"/>
        </p:nvSpPr>
        <p:spPr bwMode="auto">
          <a:xfrm>
            <a:off x="7459958" y="6284398"/>
            <a:ext cx="13596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200" dirty="0" err="1"/>
              <a:t>Salwa</a:t>
            </a:r>
            <a:r>
              <a:rPr lang="en-US" altLang="en-US" sz="1200" dirty="0"/>
              <a:t> El-</a:t>
            </a:r>
            <a:r>
              <a:rPr lang="en-US" altLang="en-US" sz="1200" dirty="0" err="1"/>
              <a:t>Sabban</a:t>
            </a:r>
            <a:endParaRPr lang="en-US" altLang="en-US" sz="1200" dirty="0"/>
          </a:p>
        </p:txBody>
      </p:sp>
    </p:spTree>
    <p:extLst>
      <p:ext uri="{BB962C8B-B14F-4D97-AF65-F5344CB8AC3E}">
        <p14:creationId xmlns:p14="http://schemas.microsoft.com/office/powerpoint/2010/main" val="13677786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8089918" y="6308725"/>
            <a:ext cx="70404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defRPr/>
            </a:pPr>
            <a:r>
              <a:rPr lang="en-US" sz="1350">
                <a:solidFill>
                  <a:prstClr val="black"/>
                </a:solidFill>
              </a:rPr>
              <a:t>Adawy</a:t>
            </a:r>
          </a:p>
        </p:txBody>
      </p:sp>
      <p:sp>
        <p:nvSpPr>
          <p:cNvPr id="6" name="Content Placeholder 5"/>
          <p:cNvSpPr>
            <a:spLocks noGrp="1"/>
          </p:cNvSpPr>
          <p:nvPr>
            <p:ph sz="quarter" idx="13"/>
          </p:nvPr>
        </p:nvSpPr>
        <p:spPr>
          <a:xfrm>
            <a:off x="197645" y="54570"/>
            <a:ext cx="7777163" cy="6254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4"/>
          </p:nvPr>
        </p:nvSpPr>
        <p:spPr/>
        <p:txBody>
          <a:bodyPr/>
          <a:lstStyle>
            <a:lvl1pPr>
              <a:defRPr/>
            </a:lvl1pPr>
          </a:lstStyle>
          <a:p>
            <a:pPr>
              <a:defRPr/>
            </a:pPr>
            <a:fld id="{30EDBFDA-CBED-42B5-9941-272B058F817D}" type="datetime8">
              <a:rPr lang="ar-EG" smtClean="0"/>
              <a:t>29 نيسان، 24</a:t>
            </a:fld>
            <a:endParaRPr lang="ar-EG"/>
          </a:p>
        </p:txBody>
      </p:sp>
      <p:sp>
        <p:nvSpPr>
          <p:cNvPr id="5" name="Footer Placeholder 2"/>
          <p:cNvSpPr>
            <a:spLocks noGrp="1"/>
          </p:cNvSpPr>
          <p:nvPr>
            <p:ph type="ftr" sz="quarter" idx="15"/>
          </p:nvPr>
        </p:nvSpPr>
        <p:spPr/>
        <p:txBody>
          <a:bodyPr/>
          <a:lstStyle>
            <a:lvl1pPr>
              <a:defRPr/>
            </a:lvl1pPr>
          </a:lstStyle>
          <a:p>
            <a:pPr>
              <a:defRPr/>
            </a:pPr>
            <a:endParaRPr lang="ar-EG"/>
          </a:p>
        </p:txBody>
      </p:sp>
      <p:sp>
        <p:nvSpPr>
          <p:cNvPr id="7" name="Slide Number Placeholder 22"/>
          <p:cNvSpPr>
            <a:spLocks noGrp="1"/>
          </p:cNvSpPr>
          <p:nvPr>
            <p:ph type="sldNum" sz="quarter" idx="16"/>
          </p:nvPr>
        </p:nvSpPr>
        <p:spPr/>
        <p:txBody>
          <a:bodyPr/>
          <a:lstStyle>
            <a:lvl1pPr>
              <a:defRPr sz="1350">
                <a:latin typeface="Times New Roman" panose="02020603050405020304" pitchFamily="18" charset="0"/>
                <a:cs typeface="Times New Roman" panose="02020603050405020304" pitchFamily="18" charset="0"/>
              </a:defRPr>
            </a:lvl1pPr>
          </a:lstStyle>
          <a:p>
            <a:pPr>
              <a:defRPr/>
            </a:pPr>
            <a:fld id="{66B2A483-8E29-49F8-A3ED-CC42BDF74D2F}" type="slidenum">
              <a:rPr lang="ar-EG" smtClean="0"/>
              <a:pPr>
                <a:defRPr/>
              </a:pPr>
              <a:t>‹#›</a:t>
            </a:fld>
            <a:endParaRPr lang="ar-EG" dirty="0"/>
          </a:p>
        </p:txBody>
      </p:sp>
    </p:spTree>
    <p:extLst>
      <p:ext uri="{BB962C8B-B14F-4D97-AF65-F5344CB8AC3E}">
        <p14:creationId xmlns:p14="http://schemas.microsoft.com/office/powerpoint/2010/main" val="1956788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7" name="Straight Connector 16"/>
          <p:cNvSpPr>
            <a:spLocks noChangeShapeType="1"/>
          </p:cNvSpPr>
          <p:nvPr/>
        </p:nvSpPr>
        <p:spPr bwMode="auto">
          <a:xfrm>
            <a:off x="6192441"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8" name="Straight Connector 17"/>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 name="Straight Connector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1" name="Oval 10"/>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 name="Title 1"/>
          <p:cNvSpPr>
            <a:spLocks noGrp="1"/>
          </p:cNvSpPr>
          <p:nvPr>
            <p:ph type="title"/>
          </p:nvPr>
        </p:nvSpPr>
        <p:spPr>
          <a:xfrm rot="5400000">
            <a:off x="3371850" y="3200400"/>
            <a:ext cx="6309360" cy="457200"/>
          </a:xfrm>
        </p:spPr>
        <p:txBody>
          <a:bodyPr/>
          <a:lstStyle>
            <a:lvl1pPr algn="l">
              <a:buNone/>
              <a:defRPr sz="633"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127"/>
              </a:spcBef>
              <a:spcAft>
                <a:spcPts val="316"/>
              </a:spcAft>
              <a:buNone/>
              <a:defRPr sz="380"/>
            </a:lvl1pPr>
            <a:lvl2pPr>
              <a:buNone/>
              <a:defRPr sz="380"/>
            </a:lvl2pPr>
            <a:lvl3pPr>
              <a:buNone/>
              <a:defRPr sz="316"/>
            </a:lvl3pPr>
            <a:lvl4pPr>
              <a:buNone/>
              <a:defRPr sz="285"/>
            </a:lvl4pPr>
            <a:lvl5pPr>
              <a:buNone/>
              <a:defRPr sz="285"/>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p:cNvSpPr>
            <a:spLocks noGrp="1"/>
          </p:cNvSpPr>
          <p:nvPr>
            <p:ph type="dt" sz="half" idx="10"/>
          </p:nvPr>
        </p:nvSpPr>
        <p:spPr/>
        <p:txBody>
          <a:bodyPr rtlCol="0"/>
          <a:lstStyle>
            <a:lvl1pPr>
              <a:defRPr/>
            </a:lvl1pPr>
          </a:lstStyle>
          <a:p>
            <a:pPr>
              <a:defRPr/>
            </a:pPr>
            <a:fld id="{97D31FA5-4F1A-4EA2-AD7C-EC17E3141AD9}" type="datetime8">
              <a:rPr lang="ar-EG" smtClean="0"/>
              <a:t>29 نيسان، 24</a:t>
            </a:fld>
            <a:endParaRPr lang="ar-EG"/>
          </a:p>
        </p:txBody>
      </p:sp>
      <p:sp>
        <p:nvSpPr>
          <p:cNvPr id="13" name="Slide Number Placeholder 21"/>
          <p:cNvSpPr>
            <a:spLocks noGrp="1"/>
          </p:cNvSpPr>
          <p:nvPr>
            <p:ph type="sldNum"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fld id="{183DE3D8-F9AA-42FA-BF30-E3ED55A94BC0}" type="slidenum">
              <a:rPr lang="ar-EG"/>
              <a:pPr>
                <a:defRPr/>
              </a:pPr>
              <a:t>‹#›</a:t>
            </a:fld>
            <a:endParaRPr lang="ar-EG"/>
          </a:p>
        </p:txBody>
      </p:sp>
      <p:sp>
        <p:nvSpPr>
          <p:cNvPr id="14" name="Footer Placeholder 22"/>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92047726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6" name="Oval 5"/>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7" name="Straight Connector 16"/>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9" name="Straight Connector 18"/>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11" name="Straight Connector 20"/>
          <p:cNvSpPr>
            <a:spLocks noChangeShapeType="1"/>
          </p:cNvSpPr>
          <p:nvPr/>
        </p:nvSpPr>
        <p:spPr bwMode="auto">
          <a:xfrm>
            <a:off x="6192441"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rot="5400000">
            <a:off x="3350133" y="3200400"/>
            <a:ext cx="6309360" cy="457200"/>
          </a:xfrm>
        </p:spPr>
        <p:txBody>
          <a:bodyPr/>
          <a:lstStyle>
            <a:lvl1pPr algn="l">
              <a:buNone/>
              <a:defRPr sz="633"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1013"/>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32"/>
              </a:spcBef>
              <a:spcAft>
                <a:spcPts val="127"/>
              </a:spcAft>
              <a:buFontTx/>
              <a:buNone/>
              <a:defRPr sz="380"/>
            </a:lvl1pPr>
            <a:lvl2pPr>
              <a:defRPr sz="380"/>
            </a:lvl2pPr>
            <a:lvl3pPr>
              <a:defRPr sz="316"/>
            </a:lvl3pPr>
            <a:lvl4pPr>
              <a:defRPr sz="285"/>
            </a:lvl4pPr>
            <a:lvl5pPr>
              <a:defRPr sz="285"/>
            </a:lvl5pPr>
          </a:lstStyle>
          <a:p>
            <a:pPr lvl="0"/>
            <a:r>
              <a:rPr lang="en-US"/>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fld id="{D5205589-5B26-47EA-8775-8F1F63B57AF3}" type="datetime8">
              <a:rPr lang="ar-EG" smtClean="0"/>
              <a:t>29 نيسان، 24</a:t>
            </a:fld>
            <a:endParaRPr lang="ar-EG"/>
          </a:p>
        </p:txBody>
      </p:sp>
      <p:sp>
        <p:nvSpPr>
          <p:cNvPr id="13" name="Slide Number Placeholder 17"/>
          <p:cNvSpPr>
            <a:spLocks noGrp="1"/>
          </p:cNvSpPr>
          <p:nvPr>
            <p:ph type="sldNum" sz="quarter" idx="11"/>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F2884BE9-4024-43E1-AD74-B629C594A240}" type="slidenum">
              <a:rPr lang="ar-EG" smtClean="0"/>
              <a:pPr>
                <a:defRPr/>
              </a:pPr>
              <a:t>‹#›</a:t>
            </a:fld>
            <a:endParaRPr lang="ar-EG" dirty="0"/>
          </a:p>
        </p:txBody>
      </p:sp>
      <p:sp>
        <p:nvSpPr>
          <p:cNvPr id="14" name="Footer Placeholder 20"/>
          <p:cNvSpPr>
            <a:spLocks noGrp="1"/>
          </p:cNvSpPr>
          <p:nvPr>
            <p:ph type="ftr" sz="quarter" idx="12"/>
          </p:nvPr>
        </p:nvSpPr>
        <p:spPr/>
        <p:txBody>
          <a:bodyPr rtlCol="0"/>
          <a:lstStyle>
            <a:lvl1pPr>
              <a:defRPr/>
            </a:lvl1pPr>
          </a:lstStyle>
          <a:p>
            <a:pPr>
              <a:defRPr/>
            </a:pPr>
            <a:endParaRPr lang="ar-EG"/>
          </a:p>
        </p:txBody>
      </p:sp>
    </p:spTree>
    <p:extLst>
      <p:ext uri="{BB962C8B-B14F-4D97-AF65-F5344CB8AC3E}">
        <p14:creationId xmlns:p14="http://schemas.microsoft.com/office/powerpoint/2010/main" val="2912697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7F3C302-0B0A-4594-A400-209A3754754F}" type="datetime8">
              <a:rPr lang="ar-EG" smtClean="0"/>
              <a:t>29 نيسان، 24</a:t>
            </a:fld>
            <a:endParaRPr lang="ar-EG"/>
          </a:p>
        </p:txBody>
      </p:sp>
      <p:sp>
        <p:nvSpPr>
          <p:cNvPr id="5" name="Footer Placeholder 2"/>
          <p:cNvSpPr>
            <a:spLocks noGrp="1"/>
          </p:cNvSpPr>
          <p:nvPr>
            <p:ph type="ftr" sz="quarter" idx="11"/>
          </p:nvPr>
        </p:nvSpPr>
        <p:spPr/>
        <p:txBody>
          <a:bodyPr/>
          <a:lstStyle>
            <a:lvl1pPr>
              <a:defRPr/>
            </a:lvl1pPr>
          </a:lstStyle>
          <a:p>
            <a:pPr>
              <a:defRPr/>
            </a:pPr>
            <a:endParaRPr lang="ar-EG"/>
          </a:p>
        </p:txBody>
      </p:sp>
      <p:sp>
        <p:nvSpPr>
          <p:cNvPr id="6" name="Slide Number Placeholder 22"/>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52F9B6EC-5383-43A3-9E20-748B0C6A8FA6}" type="slidenum">
              <a:rPr lang="ar-EG" smtClean="0"/>
              <a:pPr>
                <a:defRPr/>
              </a:pPr>
              <a:t>‹#›</a:t>
            </a:fld>
            <a:endParaRPr lang="ar-EG" dirty="0"/>
          </a:p>
        </p:txBody>
      </p:sp>
    </p:spTree>
    <p:extLst>
      <p:ext uri="{BB962C8B-B14F-4D97-AF65-F5344CB8AC3E}">
        <p14:creationId xmlns:p14="http://schemas.microsoft.com/office/powerpoint/2010/main" val="35524411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1"/>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5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6B2B2AFE-9A12-4D76-8DB1-C23D7D69FD18}" type="datetime8">
              <a:rPr lang="ar-EG" smtClean="0"/>
              <a:t>29 نيسان، 24</a:t>
            </a:fld>
            <a:endParaRPr lang="ar-EG"/>
          </a:p>
        </p:txBody>
      </p:sp>
      <p:sp>
        <p:nvSpPr>
          <p:cNvPr id="5" name="Footer Placeholder 2"/>
          <p:cNvSpPr>
            <a:spLocks noGrp="1"/>
          </p:cNvSpPr>
          <p:nvPr>
            <p:ph type="ftr" sz="quarter" idx="11"/>
          </p:nvPr>
        </p:nvSpPr>
        <p:spPr/>
        <p:txBody>
          <a:bodyPr/>
          <a:lstStyle>
            <a:lvl1pPr>
              <a:defRPr/>
            </a:lvl1pPr>
          </a:lstStyle>
          <a:p>
            <a:pPr>
              <a:defRPr/>
            </a:pPr>
            <a:endParaRPr lang="ar-EG"/>
          </a:p>
        </p:txBody>
      </p:sp>
      <p:sp>
        <p:nvSpPr>
          <p:cNvPr id="6" name="Slide Number Placeholder 22"/>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E62BB2A7-2667-4C2A-A013-A4FBF9EC3AA8}" type="slidenum">
              <a:rPr lang="ar-EG" smtClean="0"/>
              <a:pPr>
                <a:defRPr/>
              </a:pPr>
              <a:t>‹#›</a:t>
            </a:fld>
            <a:endParaRPr lang="ar-EG" dirty="0"/>
          </a:p>
        </p:txBody>
      </p:sp>
    </p:spTree>
    <p:extLst>
      <p:ext uri="{BB962C8B-B14F-4D97-AF65-F5344CB8AC3E}">
        <p14:creationId xmlns:p14="http://schemas.microsoft.com/office/powerpoint/2010/main" val="12398476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459958" y="6284398"/>
            <a:ext cx="13596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a:spcBef>
                <a:spcPct val="0"/>
              </a:spcBef>
              <a:buClrTx/>
              <a:buSzTx/>
              <a:buFontTx/>
              <a:buNone/>
            </a:pPr>
            <a:r>
              <a:rPr lang="en-US" altLang="en-US" sz="1200" dirty="0" err="1"/>
              <a:t>Salwa</a:t>
            </a:r>
            <a:r>
              <a:rPr lang="en-US" altLang="en-US" sz="1200" dirty="0"/>
              <a:t> El-</a:t>
            </a:r>
            <a:r>
              <a:rPr lang="en-US" altLang="en-US" sz="1200" dirty="0" err="1"/>
              <a:t>Sabban</a:t>
            </a:r>
            <a:endParaRPr lang="en-US" altLang="en-US" sz="1200" dirty="0"/>
          </a:p>
        </p:txBody>
      </p:sp>
      <p:sp>
        <p:nvSpPr>
          <p:cNvPr id="3" name="Date Placeholder 3"/>
          <p:cNvSpPr>
            <a:spLocks noGrp="1"/>
          </p:cNvSpPr>
          <p:nvPr>
            <p:ph type="dt" sz="half" idx="10"/>
          </p:nvPr>
        </p:nvSpPr>
        <p:spPr/>
        <p:txBody>
          <a:bodyPr/>
          <a:lstStyle>
            <a:lvl1pPr>
              <a:defRPr/>
            </a:lvl1pPr>
          </a:lstStyle>
          <a:p>
            <a:pPr>
              <a:defRPr/>
            </a:pPr>
            <a:fld id="{1F816660-71EA-4340-8436-24C24D9C264A}" type="datetime8">
              <a:rPr lang="ar-EG" smtClean="0"/>
              <a:t>29 نيسان، 24</a:t>
            </a:fld>
            <a:endParaRPr lang="ar-EG"/>
          </a:p>
        </p:txBody>
      </p:sp>
      <p:sp>
        <p:nvSpPr>
          <p:cNvPr id="4" name="Footer Placeholder 4"/>
          <p:cNvSpPr>
            <a:spLocks noGrp="1"/>
          </p:cNvSpPr>
          <p:nvPr>
            <p:ph type="ftr" sz="quarter" idx="11"/>
          </p:nvPr>
        </p:nvSpPr>
        <p:spPr/>
        <p:txBody>
          <a:bodyPr/>
          <a:lstStyle>
            <a:lvl1pPr>
              <a:defRPr/>
            </a:lvl1pPr>
          </a:lstStyle>
          <a:p>
            <a:pPr>
              <a:defRPr/>
            </a:pPr>
            <a:endParaRPr lang="ar-EG"/>
          </a:p>
        </p:txBody>
      </p:sp>
      <p:sp>
        <p:nvSpPr>
          <p:cNvPr id="5" name="Slide Number Placeholder 5"/>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E381E8E9-AEC6-4333-92D3-BE0B17324249}" type="slidenum">
              <a:rPr lang="ar-EG"/>
              <a:pPr>
                <a:defRPr/>
              </a:pPr>
              <a:t>‹#›</a:t>
            </a:fld>
            <a:endParaRPr lang="ar-EG" dirty="0"/>
          </a:p>
        </p:txBody>
      </p:sp>
    </p:spTree>
    <p:extLst>
      <p:ext uri="{BB962C8B-B14F-4D97-AF65-F5344CB8AC3E}">
        <p14:creationId xmlns:p14="http://schemas.microsoft.com/office/powerpoint/2010/main" val="4214011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42211130-7563-4AC3-BE89-DE1930AE91A3}" type="datetime8">
              <a:rPr lang="ar-EG" smtClean="0"/>
              <a:t>29 نيسان، 24</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sz="1500">
                <a:latin typeface="Times New Roman" panose="02020603050405020304" pitchFamily="18" charset="0"/>
                <a:cs typeface="Times New Roman" panose="02020603050405020304" pitchFamily="18" charset="0"/>
              </a:defRPr>
            </a:lvl1pPr>
          </a:lstStyle>
          <a:p>
            <a:pPr>
              <a:defRPr/>
            </a:pPr>
            <a:fld id="{340EBD15-E514-4DEB-B206-81170D5A8E96}" type="slidenum">
              <a:rPr lang="ar-SA" smtClean="0"/>
              <a:pPr>
                <a:defRPr/>
              </a:pPr>
              <a:t>‹#›</a:t>
            </a:fld>
            <a:endParaRPr lang="en-US" dirty="0"/>
          </a:p>
        </p:txBody>
      </p:sp>
    </p:spTree>
    <p:extLst>
      <p:ext uri="{BB962C8B-B14F-4D97-AF65-F5344CB8AC3E}">
        <p14:creationId xmlns:p14="http://schemas.microsoft.com/office/powerpoint/2010/main" val="426032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p:cNvSpPr>
            <a:spLocks noGrp="1"/>
          </p:cNvSpPr>
          <p:nvPr>
            <p:ph type="body" idx="1"/>
          </p:nvPr>
        </p:nvSpPr>
        <p:spPr bwMode="auto">
          <a:xfrm>
            <a:off x="457200" y="1600203"/>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rot="5400000">
            <a:off x="7588846" y="1081684"/>
            <a:ext cx="2011362" cy="384572"/>
          </a:xfrm>
          <a:prstGeom prst="rect">
            <a:avLst/>
          </a:prstGeom>
        </p:spPr>
        <p:txBody>
          <a:bodyPr vert="horz" anchor="ctr" anchorCtr="0"/>
          <a:lstStyle>
            <a:lvl1pPr algn="r" rtl="1" eaLnBrk="1" latinLnBrk="0" hangingPunct="1">
              <a:defRPr kumimoji="0" sz="380">
                <a:solidFill>
                  <a:srgbClr val="575F6D"/>
                </a:solidFill>
                <a:latin typeface="Arial" charset="0"/>
                <a:cs typeface="Arial" charset="0"/>
              </a:defRPr>
            </a:lvl1pPr>
          </a:lstStyle>
          <a:p>
            <a:pPr fontAlgn="base">
              <a:spcBef>
                <a:spcPct val="0"/>
              </a:spcBef>
              <a:spcAft>
                <a:spcPct val="0"/>
              </a:spcAft>
              <a:defRPr/>
            </a:pPr>
            <a:fld id="{10A15C51-FA79-492A-8424-7D49066455C7}" type="datetime8">
              <a:rPr lang="ar-EG" smtClean="0"/>
              <a:t>29 نيسان، 24</a:t>
            </a:fld>
            <a:endParaRPr lang="ar-EG"/>
          </a:p>
        </p:txBody>
      </p:sp>
      <p:sp>
        <p:nvSpPr>
          <p:cNvPr id="3" name="Footer Placeholder 2"/>
          <p:cNvSpPr>
            <a:spLocks noGrp="1"/>
          </p:cNvSpPr>
          <p:nvPr>
            <p:ph type="ftr" sz="quarter" idx="3"/>
          </p:nvPr>
        </p:nvSpPr>
        <p:spPr>
          <a:xfrm rot="5400000">
            <a:off x="6989564" y="3736777"/>
            <a:ext cx="3200400" cy="365522"/>
          </a:xfrm>
          <a:prstGeom prst="rect">
            <a:avLst/>
          </a:prstGeom>
        </p:spPr>
        <p:txBody>
          <a:bodyPr vert="horz" anchor="ctr" anchorCtr="0"/>
          <a:lstStyle>
            <a:lvl1pPr algn="l" rtl="1" eaLnBrk="1" latinLnBrk="0" hangingPunct="1">
              <a:defRPr kumimoji="0" sz="380">
                <a:solidFill>
                  <a:srgbClr val="575F6D"/>
                </a:solidFill>
                <a:latin typeface="Arial" charset="0"/>
                <a:cs typeface="Arial" charset="0"/>
              </a:defRPr>
            </a:lvl1pPr>
          </a:lstStyle>
          <a:p>
            <a:pPr fontAlgn="base">
              <a:spcBef>
                <a:spcPct val="0"/>
              </a:spcBef>
              <a:spcAft>
                <a:spcPct val="0"/>
              </a:spcAft>
              <a:defRPr/>
            </a:pPr>
            <a:endParaRPr lang="ar-EG"/>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032" name="Straight Connector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34" name="Straight Connector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2" name="Oval 11"/>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rtl="1" eaLnBrk="1" hangingPunct="1">
              <a:defRPr sz="443" b="1">
                <a:solidFill>
                  <a:srgbClr val="FFFFFF"/>
                </a:solidFill>
                <a:latin typeface="Arial" panose="020B0604020202020204" pitchFamily="34" charset="0"/>
                <a:cs typeface="Arial" panose="020B0604020202020204" pitchFamily="34" charset="0"/>
              </a:defRPr>
            </a:lvl1pPr>
          </a:lstStyle>
          <a:p>
            <a:pPr fontAlgn="base">
              <a:spcBef>
                <a:spcPct val="0"/>
              </a:spcBef>
              <a:spcAft>
                <a:spcPct val="0"/>
              </a:spcAft>
              <a:defRPr/>
            </a:pPr>
            <a:fld id="{ADBF8EEA-16E0-4BDE-BA97-F0182E59C3D4}" type="slidenum">
              <a:rPr lang="ar-EG"/>
              <a:pPr fontAlgn="base">
                <a:spcBef>
                  <a:spcPct val="0"/>
                </a:spcBef>
                <a:spcAft>
                  <a:spcPct val="0"/>
                </a:spcAft>
                <a:defRPr/>
              </a:pPr>
              <a:t>‹#›</a:t>
            </a:fld>
            <a:endParaRPr lang="ar-EG"/>
          </a:p>
        </p:txBody>
      </p:sp>
    </p:spTree>
    <p:extLst>
      <p:ext uri="{BB962C8B-B14F-4D97-AF65-F5344CB8AC3E}">
        <p14:creationId xmlns:p14="http://schemas.microsoft.com/office/powerpoint/2010/main" val="3635833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0" fontAlgn="base" hangingPunct="0">
        <a:spcBef>
          <a:spcPct val="0"/>
        </a:spcBef>
        <a:spcAft>
          <a:spcPct val="0"/>
        </a:spcAft>
        <a:defRPr sz="900" kern="1200" cap="small">
          <a:solidFill>
            <a:schemeClr val="tx2"/>
          </a:solidFill>
          <a:latin typeface="+mj-lt"/>
          <a:ea typeface="+mj-ea"/>
          <a:cs typeface="+mj-cs"/>
        </a:defRPr>
      </a:lvl1pPr>
      <a:lvl2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2pPr>
      <a:lvl3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3pPr>
      <a:lvl4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4pPr>
      <a:lvl5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5pPr>
      <a:lvl6pPr marL="144658" algn="l" rtl="0" fontAlgn="base">
        <a:spcBef>
          <a:spcPct val="0"/>
        </a:spcBef>
        <a:spcAft>
          <a:spcPct val="0"/>
        </a:spcAft>
        <a:defRPr sz="949">
          <a:solidFill>
            <a:schemeClr val="tx2"/>
          </a:solidFill>
          <a:latin typeface="Century Schoolbook" pitchFamily="18" charset="0"/>
          <a:cs typeface="Times New Roman" pitchFamily="18" charset="0"/>
        </a:defRPr>
      </a:lvl6pPr>
      <a:lvl7pPr marL="289315" algn="l" rtl="0" fontAlgn="base">
        <a:spcBef>
          <a:spcPct val="0"/>
        </a:spcBef>
        <a:spcAft>
          <a:spcPct val="0"/>
        </a:spcAft>
        <a:defRPr sz="949">
          <a:solidFill>
            <a:schemeClr val="tx2"/>
          </a:solidFill>
          <a:latin typeface="Century Schoolbook" pitchFamily="18" charset="0"/>
          <a:cs typeface="Times New Roman" pitchFamily="18" charset="0"/>
        </a:defRPr>
      </a:lvl7pPr>
      <a:lvl8pPr marL="433973" algn="l" rtl="0" fontAlgn="base">
        <a:spcBef>
          <a:spcPct val="0"/>
        </a:spcBef>
        <a:spcAft>
          <a:spcPct val="0"/>
        </a:spcAft>
        <a:defRPr sz="949">
          <a:solidFill>
            <a:schemeClr val="tx2"/>
          </a:solidFill>
          <a:latin typeface="Century Schoolbook" pitchFamily="18" charset="0"/>
          <a:cs typeface="Times New Roman" pitchFamily="18" charset="0"/>
        </a:defRPr>
      </a:lvl8pPr>
      <a:lvl9pPr marL="578630" algn="l" rtl="0" fontAlgn="base">
        <a:spcBef>
          <a:spcPct val="0"/>
        </a:spcBef>
        <a:spcAft>
          <a:spcPct val="0"/>
        </a:spcAft>
        <a:defRPr sz="949">
          <a:solidFill>
            <a:schemeClr val="tx2"/>
          </a:solidFill>
          <a:latin typeface="Century Schoolbook" pitchFamily="18" charset="0"/>
          <a:cs typeface="Times New Roman" pitchFamily="18" charset="0"/>
        </a:defRPr>
      </a:lvl9pPr>
    </p:titleStyle>
    <p:bodyStyle>
      <a:lvl1pPr marL="85723" indent="-85723" algn="l" rtl="0" eaLnBrk="0" fontAlgn="base" hangingPunct="0">
        <a:spcBef>
          <a:spcPts val="188"/>
        </a:spcBef>
        <a:spcAft>
          <a:spcPct val="0"/>
        </a:spcAft>
        <a:buClr>
          <a:schemeClr val="accent1"/>
        </a:buClr>
        <a:buSzPct val="70000"/>
        <a:buFont typeface="Wingdings" panose="05000000000000000000" pitchFamily="2" charset="2"/>
        <a:buChar char=""/>
        <a:defRPr kern="1200">
          <a:solidFill>
            <a:schemeClr val="tx1"/>
          </a:solidFill>
          <a:latin typeface="+mn-lt"/>
          <a:ea typeface="+mn-ea"/>
          <a:cs typeface="+mn-cs"/>
        </a:defRPr>
      </a:lvl1pPr>
      <a:lvl2pPr marL="201211" indent="-85723" algn="l" rtl="0" eaLnBrk="0" fontAlgn="base" hangingPunct="0">
        <a:spcBef>
          <a:spcPct val="20000"/>
        </a:spcBef>
        <a:spcAft>
          <a:spcPct val="0"/>
        </a:spcAft>
        <a:buClr>
          <a:schemeClr val="accent1"/>
        </a:buClr>
        <a:buSzPct val="80000"/>
        <a:buFont typeface="Wingdings 2" panose="05020102010507070707" pitchFamily="18" charset="2"/>
        <a:buChar char=""/>
        <a:defRPr sz="600" kern="1200">
          <a:solidFill>
            <a:schemeClr val="tx1"/>
          </a:solidFill>
          <a:latin typeface="+mn-lt"/>
          <a:ea typeface="+mn-ea"/>
          <a:cs typeface="+mn-cs"/>
        </a:defRPr>
      </a:lvl2pPr>
      <a:lvl3pPr marL="289315" indent="-57149"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375038" indent="-57149" algn="l" rtl="0" eaLnBrk="0" fontAlgn="base" hangingPunct="0">
        <a:spcBef>
          <a:spcPct val="20000"/>
        </a:spcBef>
        <a:spcAft>
          <a:spcPct val="0"/>
        </a:spcAft>
        <a:buClr>
          <a:srgbClr val="FEC3AE"/>
        </a:buClr>
        <a:buSzPct val="60000"/>
        <a:buFont typeface="Wingdings" panose="05000000000000000000" pitchFamily="2" charset="2"/>
        <a:buChar char=""/>
        <a:defRPr sz="600" kern="1200">
          <a:solidFill>
            <a:schemeClr val="tx1"/>
          </a:solidFill>
          <a:latin typeface="+mn-lt"/>
          <a:ea typeface="+mn-ea"/>
          <a:cs typeface="+mn-cs"/>
        </a:defRPr>
      </a:lvl4pPr>
      <a:lvl5pPr marL="460760" indent="-57149" algn="l" rtl="0" eaLnBrk="0" fontAlgn="base" hangingPunct="0">
        <a:spcBef>
          <a:spcPct val="20000"/>
        </a:spcBef>
        <a:spcAft>
          <a:spcPct val="0"/>
        </a:spcAft>
        <a:buClr>
          <a:srgbClr val="BDCAE9"/>
        </a:buClr>
        <a:buSzPct val="68000"/>
        <a:buFont typeface="Wingdings 2" panose="05020102010507070707" pitchFamily="18" charset="2"/>
        <a:buChar char=""/>
        <a:defRPr sz="450" kern="1200">
          <a:solidFill>
            <a:schemeClr val="tx1"/>
          </a:solidFill>
          <a:latin typeface="+mn-lt"/>
          <a:ea typeface="+mn-ea"/>
          <a:cs typeface="+mn-cs"/>
        </a:defRPr>
      </a:lvl5pPr>
      <a:lvl6pPr marL="549698" indent="-57863" algn="l" rtl="0" eaLnBrk="1" latinLnBrk="0" hangingPunct="1">
        <a:spcBef>
          <a:spcPct val="20000"/>
        </a:spcBef>
        <a:buClr>
          <a:schemeClr val="accent1"/>
        </a:buClr>
        <a:buChar char="•"/>
        <a:defRPr kumimoji="0" sz="506" kern="1200">
          <a:solidFill>
            <a:schemeClr val="tx2"/>
          </a:solidFill>
          <a:latin typeface="+mn-lt"/>
          <a:ea typeface="+mn-ea"/>
          <a:cs typeface="+mn-cs"/>
        </a:defRPr>
      </a:lvl6pPr>
      <a:lvl7pPr marL="636493" indent="-57863" algn="l" rtl="0" eaLnBrk="1" latinLnBrk="0" hangingPunct="1">
        <a:spcBef>
          <a:spcPct val="20000"/>
        </a:spcBef>
        <a:buClr>
          <a:schemeClr val="accent1">
            <a:tint val="60000"/>
          </a:schemeClr>
        </a:buClr>
        <a:buSzPct val="60000"/>
        <a:buFont typeface="Wingdings"/>
        <a:buChar char=""/>
        <a:defRPr kumimoji="0" sz="443" kern="1200" baseline="0">
          <a:solidFill>
            <a:schemeClr val="tx2"/>
          </a:solidFill>
          <a:latin typeface="+mn-lt"/>
          <a:ea typeface="+mn-ea"/>
          <a:cs typeface="+mn-cs"/>
        </a:defRPr>
      </a:lvl7pPr>
      <a:lvl8pPr marL="723287" indent="-57863" algn="l" rtl="0" eaLnBrk="1" latinLnBrk="0" hangingPunct="1">
        <a:spcBef>
          <a:spcPct val="20000"/>
        </a:spcBef>
        <a:buClr>
          <a:schemeClr val="accent2"/>
        </a:buClr>
        <a:buChar char="•"/>
        <a:defRPr kumimoji="0" sz="443" kern="1200" cap="small" baseline="0">
          <a:solidFill>
            <a:schemeClr val="tx2"/>
          </a:solidFill>
          <a:latin typeface="+mn-lt"/>
          <a:ea typeface="+mn-ea"/>
          <a:cs typeface="+mn-cs"/>
        </a:defRPr>
      </a:lvl8pPr>
      <a:lvl9pPr marL="810081" indent="-57863" algn="l" rtl="0" eaLnBrk="1" latinLnBrk="0" hangingPunct="1">
        <a:spcBef>
          <a:spcPct val="20000"/>
        </a:spcBef>
        <a:buClr>
          <a:schemeClr val="accent1">
            <a:shade val="75000"/>
          </a:schemeClr>
        </a:buClr>
        <a:buChar char="•"/>
        <a:defRPr kumimoji="0" sz="443"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144658" algn="l" rtl="0" eaLnBrk="1" latinLnBrk="0" hangingPunct="1">
        <a:defRPr kumimoji="0" kern="1200">
          <a:solidFill>
            <a:schemeClr val="tx1"/>
          </a:solidFill>
          <a:latin typeface="+mn-lt"/>
          <a:ea typeface="+mn-ea"/>
          <a:cs typeface="+mn-cs"/>
        </a:defRPr>
      </a:lvl2pPr>
      <a:lvl3pPr marL="289315" algn="l" rtl="0" eaLnBrk="1" latinLnBrk="0" hangingPunct="1">
        <a:defRPr kumimoji="0" kern="1200">
          <a:solidFill>
            <a:schemeClr val="tx1"/>
          </a:solidFill>
          <a:latin typeface="+mn-lt"/>
          <a:ea typeface="+mn-ea"/>
          <a:cs typeface="+mn-cs"/>
        </a:defRPr>
      </a:lvl3pPr>
      <a:lvl4pPr marL="433973" algn="l" rtl="0" eaLnBrk="1" latinLnBrk="0" hangingPunct="1">
        <a:defRPr kumimoji="0" kern="1200">
          <a:solidFill>
            <a:schemeClr val="tx1"/>
          </a:solidFill>
          <a:latin typeface="+mn-lt"/>
          <a:ea typeface="+mn-ea"/>
          <a:cs typeface="+mn-cs"/>
        </a:defRPr>
      </a:lvl4pPr>
      <a:lvl5pPr marL="578630" algn="l" rtl="0" eaLnBrk="1" latinLnBrk="0" hangingPunct="1">
        <a:defRPr kumimoji="0" kern="1200">
          <a:solidFill>
            <a:schemeClr val="tx1"/>
          </a:solidFill>
          <a:latin typeface="+mn-lt"/>
          <a:ea typeface="+mn-ea"/>
          <a:cs typeface="+mn-cs"/>
        </a:defRPr>
      </a:lvl5pPr>
      <a:lvl6pPr marL="723287" algn="l" rtl="0" eaLnBrk="1" latinLnBrk="0" hangingPunct="1">
        <a:defRPr kumimoji="0" kern="1200">
          <a:solidFill>
            <a:schemeClr val="tx1"/>
          </a:solidFill>
          <a:latin typeface="+mn-lt"/>
          <a:ea typeface="+mn-ea"/>
          <a:cs typeface="+mn-cs"/>
        </a:defRPr>
      </a:lvl6pPr>
      <a:lvl7pPr marL="867944" algn="l" rtl="0" eaLnBrk="1" latinLnBrk="0" hangingPunct="1">
        <a:defRPr kumimoji="0" kern="1200">
          <a:solidFill>
            <a:schemeClr val="tx1"/>
          </a:solidFill>
          <a:latin typeface="+mn-lt"/>
          <a:ea typeface="+mn-ea"/>
          <a:cs typeface="+mn-cs"/>
        </a:defRPr>
      </a:lvl7pPr>
      <a:lvl8pPr marL="1012602" algn="l" rtl="0" eaLnBrk="1" latinLnBrk="0" hangingPunct="1">
        <a:defRPr kumimoji="0" kern="1200">
          <a:solidFill>
            <a:schemeClr val="tx1"/>
          </a:solidFill>
          <a:latin typeface="+mn-lt"/>
          <a:ea typeface="+mn-ea"/>
          <a:cs typeface="+mn-cs"/>
        </a:defRPr>
      </a:lvl8pPr>
      <a:lvl9pPr marL="1157259"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dirty="0">
              <a:solidFill>
                <a:prstClr val="black"/>
              </a:solidFill>
              <a:latin typeface="Arial" charset="0"/>
              <a:cs typeface="Arial" charset="0"/>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p:cNvSpPr>
            <a:spLocks noGrp="1"/>
          </p:cNvSpPr>
          <p:nvPr>
            <p:ph type="body" idx="1"/>
          </p:nvPr>
        </p:nvSpPr>
        <p:spPr bwMode="auto">
          <a:xfrm>
            <a:off x="457200" y="1600203"/>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rot="5400000">
            <a:off x="7588846" y="1081684"/>
            <a:ext cx="2011362" cy="384572"/>
          </a:xfrm>
          <a:prstGeom prst="rect">
            <a:avLst/>
          </a:prstGeom>
        </p:spPr>
        <p:txBody>
          <a:bodyPr vert="horz" anchor="ctr" anchorCtr="0"/>
          <a:lstStyle>
            <a:lvl1pPr algn="r" rtl="1" eaLnBrk="1" latinLnBrk="0" hangingPunct="1">
              <a:defRPr kumimoji="0" sz="380">
                <a:solidFill>
                  <a:srgbClr val="575F6D"/>
                </a:solidFill>
                <a:latin typeface="Arial" charset="0"/>
                <a:cs typeface="Arial" charset="0"/>
              </a:defRPr>
            </a:lvl1pPr>
          </a:lstStyle>
          <a:p>
            <a:pPr fontAlgn="base">
              <a:spcBef>
                <a:spcPct val="0"/>
              </a:spcBef>
              <a:spcAft>
                <a:spcPct val="0"/>
              </a:spcAft>
              <a:defRPr/>
            </a:pPr>
            <a:fld id="{10A15C51-FA79-492A-8424-7D49066455C7}" type="datetime8">
              <a:rPr lang="ar-EG" smtClean="0"/>
              <a:t>29 نيسان، 24</a:t>
            </a:fld>
            <a:endParaRPr lang="ar-EG"/>
          </a:p>
        </p:txBody>
      </p:sp>
      <p:sp>
        <p:nvSpPr>
          <p:cNvPr id="3" name="Footer Placeholder 2"/>
          <p:cNvSpPr>
            <a:spLocks noGrp="1"/>
          </p:cNvSpPr>
          <p:nvPr>
            <p:ph type="ftr" sz="quarter" idx="3"/>
          </p:nvPr>
        </p:nvSpPr>
        <p:spPr>
          <a:xfrm rot="5400000">
            <a:off x="6989564" y="3736777"/>
            <a:ext cx="3200400" cy="365522"/>
          </a:xfrm>
          <a:prstGeom prst="rect">
            <a:avLst/>
          </a:prstGeom>
        </p:spPr>
        <p:txBody>
          <a:bodyPr vert="horz" anchor="ctr" anchorCtr="0"/>
          <a:lstStyle>
            <a:lvl1pPr algn="l" rtl="1" eaLnBrk="1" latinLnBrk="0" hangingPunct="1">
              <a:defRPr kumimoji="0" sz="380">
                <a:solidFill>
                  <a:srgbClr val="575F6D"/>
                </a:solidFill>
                <a:latin typeface="Arial" charset="0"/>
                <a:cs typeface="Arial" charset="0"/>
              </a:defRPr>
            </a:lvl1pPr>
          </a:lstStyle>
          <a:p>
            <a:pPr fontAlgn="base">
              <a:spcBef>
                <a:spcPct val="0"/>
              </a:spcBef>
              <a:spcAft>
                <a:spcPct val="0"/>
              </a:spcAft>
              <a:defRPr/>
            </a:pPr>
            <a:endParaRPr lang="ar-EG"/>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lgn="r" rtl="1" fontAlgn="base">
              <a:spcBef>
                <a:spcPct val="0"/>
              </a:spcBef>
              <a:spcAft>
                <a:spcPct val="0"/>
              </a:spcAft>
              <a:defRPr/>
            </a:pPr>
            <a:endParaRPr lang="en-US" sz="1350">
              <a:solidFill>
                <a:prstClr val="black"/>
              </a:solidFill>
              <a:latin typeface="Arial" charset="0"/>
              <a:cs typeface="Arial" charset="0"/>
            </a:endParaRPr>
          </a:p>
        </p:txBody>
      </p:sp>
      <p:sp>
        <p:nvSpPr>
          <p:cNvPr id="1032" name="Straight Connector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a:solidFill>
                <a:prstClr val="white"/>
              </a:solidFill>
            </a:endParaRPr>
          </a:p>
        </p:txBody>
      </p:sp>
      <p:sp>
        <p:nvSpPr>
          <p:cNvPr id="1034" name="Straight Connector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800">
              <a:solidFill>
                <a:prstClr val="black"/>
              </a:solidFill>
              <a:latin typeface="Times New Roman" panose="02020603050405020304" pitchFamily="18" charset="0"/>
              <a:cs typeface="Times New Roman" panose="02020603050405020304" pitchFamily="18" charset="0"/>
            </a:endParaRPr>
          </a:p>
        </p:txBody>
      </p:sp>
      <p:sp>
        <p:nvSpPr>
          <p:cNvPr id="12" name="Oval 11"/>
          <p:cNvSpPr/>
          <p:nvPr/>
        </p:nvSpPr>
        <p:spPr>
          <a:xfrm>
            <a:off x="8156973" y="5715003"/>
            <a:ext cx="548878"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1" fontAlgn="base">
              <a:spcBef>
                <a:spcPct val="0"/>
              </a:spcBef>
              <a:spcAft>
                <a:spcPct val="0"/>
              </a:spcAft>
              <a:defRPr/>
            </a:pPr>
            <a:endParaRPr lang="en-US" sz="1350" dirty="0">
              <a:solidFill>
                <a:prstClr val="white"/>
              </a:solidFill>
            </a:endParaRPr>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rtl="1" eaLnBrk="1" hangingPunct="1">
              <a:defRPr sz="443" b="1">
                <a:solidFill>
                  <a:srgbClr val="FFFFFF"/>
                </a:solidFill>
                <a:latin typeface="Arial" panose="020B0604020202020204" pitchFamily="34" charset="0"/>
                <a:cs typeface="Arial" panose="020B0604020202020204" pitchFamily="34" charset="0"/>
              </a:defRPr>
            </a:lvl1pPr>
          </a:lstStyle>
          <a:p>
            <a:pPr fontAlgn="base">
              <a:spcBef>
                <a:spcPct val="0"/>
              </a:spcBef>
              <a:spcAft>
                <a:spcPct val="0"/>
              </a:spcAft>
              <a:defRPr/>
            </a:pPr>
            <a:fld id="{ADBF8EEA-16E0-4BDE-BA97-F0182E59C3D4}" type="slidenum">
              <a:rPr lang="ar-EG"/>
              <a:pPr fontAlgn="base">
                <a:spcBef>
                  <a:spcPct val="0"/>
                </a:spcBef>
                <a:spcAft>
                  <a:spcPct val="0"/>
                </a:spcAft>
                <a:defRPr/>
              </a:pPr>
              <a:t>‹#›</a:t>
            </a:fld>
            <a:endParaRPr lang="ar-EG"/>
          </a:p>
        </p:txBody>
      </p:sp>
    </p:spTree>
    <p:extLst>
      <p:ext uri="{BB962C8B-B14F-4D97-AF65-F5344CB8AC3E}">
        <p14:creationId xmlns:p14="http://schemas.microsoft.com/office/powerpoint/2010/main" val="193019405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p:hf hdr="0" ftr="0" dt="0"/>
  <p:txStyles>
    <p:titleStyle>
      <a:lvl1pPr algn="l" rtl="0" eaLnBrk="0" fontAlgn="base" hangingPunct="0">
        <a:spcBef>
          <a:spcPct val="0"/>
        </a:spcBef>
        <a:spcAft>
          <a:spcPct val="0"/>
        </a:spcAft>
        <a:defRPr sz="900" kern="1200" cap="small">
          <a:solidFill>
            <a:schemeClr val="tx2"/>
          </a:solidFill>
          <a:latin typeface="+mj-lt"/>
          <a:ea typeface="+mj-ea"/>
          <a:cs typeface="+mj-cs"/>
        </a:defRPr>
      </a:lvl1pPr>
      <a:lvl2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2pPr>
      <a:lvl3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3pPr>
      <a:lvl4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4pPr>
      <a:lvl5pPr algn="l" rtl="0" eaLnBrk="0" fontAlgn="base" hangingPunct="0">
        <a:spcBef>
          <a:spcPct val="0"/>
        </a:spcBef>
        <a:spcAft>
          <a:spcPct val="0"/>
        </a:spcAft>
        <a:defRPr sz="900">
          <a:solidFill>
            <a:schemeClr val="tx2"/>
          </a:solidFill>
          <a:latin typeface="Century Schoolbook" pitchFamily="18" charset="0"/>
          <a:cs typeface="Times New Roman" pitchFamily="18" charset="0"/>
        </a:defRPr>
      </a:lvl5pPr>
      <a:lvl6pPr marL="144658" algn="l" rtl="0" fontAlgn="base">
        <a:spcBef>
          <a:spcPct val="0"/>
        </a:spcBef>
        <a:spcAft>
          <a:spcPct val="0"/>
        </a:spcAft>
        <a:defRPr sz="949">
          <a:solidFill>
            <a:schemeClr val="tx2"/>
          </a:solidFill>
          <a:latin typeface="Century Schoolbook" pitchFamily="18" charset="0"/>
          <a:cs typeface="Times New Roman" pitchFamily="18" charset="0"/>
        </a:defRPr>
      </a:lvl6pPr>
      <a:lvl7pPr marL="289315" algn="l" rtl="0" fontAlgn="base">
        <a:spcBef>
          <a:spcPct val="0"/>
        </a:spcBef>
        <a:spcAft>
          <a:spcPct val="0"/>
        </a:spcAft>
        <a:defRPr sz="949">
          <a:solidFill>
            <a:schemeClr val="tx2"/>
          </a:solidFill>
          <a:latin typeface="Century Schoolbook" pitchFamily="18" charset="0"/>
          <a:cs typeface="Times New Roman" pitchFamily="18" charset="0"/>
        </a:defRPr>
      </a:lvl7pPr>
      <a:lvl8pPr marL="433973" algn="l" rtl="0" fontAlgn="base">
        <a:spcBef>
          <a:spcPct val="0"/>
        </a:spcBef>
        <a:spcAft>
          <a:spcPct val="0"/>
        </a:spcAft>
        <a:defRPr sz="949">
          <a:solidFill>
            <a:schemeClr val="tx2"/>
          </a:solidFill>
          <a:latin typeface="Century Schoolbook" pitchFamily="18" charset="0"/>
          <a:cs typeface="Times New Roman" pitchFamily="18" charset="0"/>
        </a:defRPr>
      </a:lvl8pPr>
      <a:lvl9pPr marL="578630" algn="l" rtl="0" fontAlgn="base">
        <a:spcBef>
          <a:spcPct val="0"/>
        </a:spcBef>
        <a:spcAft>
          <a:spcPct val="0"/>
        </a:spcAft>
        <a:defRPr sz="949">
          <a:solidFill>
            <a:schemeClr val="tx2"/>
          </a:solidFill>
          <a:latin typeface="Century Schoolbook" pitchFamily="18" charset="0"/>
          <a:cs typeface="Times New Roman" pitchFamily="18" charset="0"/>
        </a:defRPr>
      </a:lvl9pPr>
    </p:titleStyle>
    <p:bodyStyle>
      <a:lvl1pPr marL="85723" indent="-85723" algn="l" rtl="0" eaLnBrk="0" fontAlgn="base" hangingPunct="0">
        <a:spcBef>
          <a:spcPts val="188"/>
        </a:spcBef>
        <a:spcAft>
          <a:spcPct val="0"/>
        </a:spcAft>
        <a:buClr>
          <a:schemeClr val="accent1"/>
        </a:buClr>
        <a:buSzPct val="70000"/>
        <a:buFont typeface="Wingdings" panose="05000000000000000000" pitchFamily="2" charset="2"/>
        <a:buChar char=""/>
        <a:defRPr kern="1200">
          <a:solidFill>
            <a:schemeClr val="tx1"/>
          </a:solidFill>
          <a:latin typeface="+mn-lt"/>
          <a:ea typeface="+mn-ea"/>
          <a:cs typeface="+mn-cs"/>
        </a:defRPr>
      </a:lvl1pPr>
      <a:lvl2pPr marL="201211" indent="-85723" algn="l" rtl="0" eaLnBrk="0" fontAlgn="base" hangingPunct="0">
        <a:spcBef>
          <a:spcPct val="20000"/>
        </a:spcBef>
        <a:spcAft>
          <a:spcPct val="0"/>
        </a:spcAft>
        <a:buClr>
          <a:schemeClr val="accent1"/>
        </a:buClr>
        <a:buSzPct val="80000"/>
        <a:buFont typeface="Wingdings 2" panose="05020102010507070707" pitchFamily="18" charset="2"/>
        <a:buChar char=""/>
        <a:defRPr sz="600" kern="1200">
          <a:solidFill>
            <a:schemeClr val="tx1"/>
          </a:solidFill>
          <a:latin typeface="+mn-lt"/>
          <a:ea typeface="+mn-ea"/>
          <a:cs typeface="+mn-cs"/>
        </a:defRPr>
      </a:lvl2pPr>
      <a:lvl3pPr marL="289315" indent="-57149"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375038" indent="-57149" algn="l" rtl="0" eaLnBrk="0" fontAlgn="base" hangingPunct="0">
        <a:spcBef>
          <a:spcPct val="20000"/>
        </a:spcBef>
        <a:spcAft>
          <a:spcPct val="0"/>
        </a:spcAft>
        <a:buClr>
          <a:srgbClr val="FEC3AE"/>
        </a:buClr>
        <a:buSzPct val="60000"/>
        <a:buFont typeface="Wingdings" panose="05000000000000000000" pitchFamily="2" charset="2"/>
        <a:buChar char=""/>
        <a:defRPr sz="600" kern="1200">
          <a:solidFill>
            <a:schemeClr val="tx1"/>
          </a:solidFill>
          <a:latin typeface="+mn-lt"/>
          <a:ea typeface="+mn-ea"/>
          <a:cs typeface="+mn-cs"/>
        </a:defRPr>
      </a:lvl4pPr>
      <a:lvl5pPr marL="460760" indent="-57149" algn="l" rtl="0" eaLnBrk="0" fontAlgn="base" hangingPunct="0">
        <a:spcBef>
          <a:spcPct val="20000"/>
        </a:spcBef>
        <a:spcAft>
          <a:spcPct val="0"/>
        </a:spcAft>
        <a:buClr>
          <a:srgbClr val="BDCAE9"/>
        </a:buClr>
        <a:buSzPct val="68000"/>
        <a:buFont typeface="Wingdings 2" panose="05020102010507070707" pitchFamily="18" charset="2"/>
        <a:buChar char=""/>
        <a:defRPr sz="450" kern="1200">
          <a:solidFill>
            <a:schemeClr val="tx1"/>
          </a:solidFill>
          <a:latin typeface="+mn-lt"/>
          <a:ea typeface="+mn-ea"/>
          <a:cs typeface="+mn-cs"/>
        </a:defRPr>
      </a:lvl5pPr>
      <a:lvl6pPr marL="549698" indent="-57863" algn="l" rtl="0" eaLnBrk="1" latinLnBrk="0" hangingPunct="1">
        <a:spcBef>
          <a:spcPct val="20000"/>
        </a:spcBef>
        <a:buClr>
          <a:schemeClr val="accent1"/>
        </a:buClr>
        <a:buChar char="•"/>
        <a:defRPr kumimoji="0" sz="506" kern="1200">
          <a:solidFill>
            <a:schemeClr val="tx2"/>
          </a:solidFill>
          <a:latin typeface="+mn-lt"/>
          <a:ea typeface="+mn-ea"/>
          <a:cs typeface="+mn-cs"/>
        </a:defRPr>
      </a:lvl6pPr>
      <a:lvl7pPr marL="636493" indent="-57863" algn="l" rtl="0" eaLnBrk="1" latinLnBrk="0" hangingPunct="1">
        <a:spcBef>
          <a:spcPct val="20000"/>
        </a:spcBef>
        <a:buClr>
          <a:schemeClr val="accent1">
            <a:tint val="60000"/>
          </a:schemeClr>
        </a:buClr>
        <a:buSzPct val="60000"/>
        <a:buFont typeface="Wingdings"/>
        <a:buChar char=""/>
        <a:defRPr kumimoji="0" sz="443" kern="1200" baseline="0">
          <a:solidFill>
            <a:schemeClr val="tx2"/>
          </a:solidFill>
          <a:latin typeface="+mn-lt"/>
          <a:ea typeface="+mn-ea"/>
          <a:cs typeface="+mn-cs"/>
        </a:defRPr>
      </a:lvl7pPr>
      <a:lvl8pPr marL="723287" indent="-57863" algn="l" rtl="0" eaLnBrk="1" latinLnBrk="0" hangingPunct="1">
        <a:spcBef>
          <a:spcPct val="20000"/>
        </a:spcBef>
        <a:buClr>
          <a:schemeClr val="accent2"/>
        </a:buClr>
        <a:buChar char="•"/>
        <a:defRPr kumimoji="0" sz="443" kern="1200" cap="small" baseline="0">
          <a:solidFill>
            <a:schemeClr val="tx2"/>
          </a:solidFill>
          <a:latin typeface="+mn-lt"/>
          <a:ea typeface="+mn-ea"/>
          <a:cs typeface="+mn-cs"/>
        </a:defRPr>
      </a:lvl8pPr>
      <a:lvl9pPr marL="810081" indent="-57863" algn="l" rtl="0" eaLnBrk="1" latinLnBrk="0" hangingPunct="1">
        <a:spcBef>
          <a:spcPct val="20000"/>
        </a:spcBef>
        <a:buClr>
          <a:schemeClr val="accent1">
            <a:shade val="75000"/>
          </a:schemeClr>
        </a:buClr>
        <a:buChar char="•"/>
        <a:defRPr kumimoji="0" sz="443"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144658" algn="l" rtl="0" eaLnBrk="1" latinLnBrk="0" hangingPunct="1">
        <a:defRPr kumimoji="0" kern="1200">
          <a:solidFill>
            <a:schemeClr val="tx1"/>
          </a:solidFill>
          <a:latin typeface="+mn-lt"/>
          <a:ea typeface="+mn-ea"/>
          <a:cs typeface="+mn-cs"/>
        </a:defRPr>
      </a:lvl2pPr>
      <a:lvl3pPr marL="289315" algn="l" rtl="0" eaLnBrk="1" latinLnBrk="0" hangingPunct="1">
        <a:defRPr kumimoji="0" kern="1200">
          <a:solidFill>
            <a:schemeClr val="tx1"/>
          </a:solidFill>
          <a:latin typeface="+mn-lt"/>
          <a:ea typeface="+mn-ea"/>
          <a:cs typeface="+mn-cs"/>
        </a:defRPr>
      </a:lvl3pPr>
      <a:lvl4pPr marL="433973" algn="l" rtl="0" eaLnBrk="1" latinLnBrk="0" hangingPunct="1">
        <a:defRPr kumimoji="0" kern="1200">
          <a:solidFill>
            <a:schemeClr val="tx1"/>
          </a:solidFill>
          <a:latin typeface="+mn-lt"/>
          <a:ea typeface="+mn-ea"/>
          <a:cs typeface="+mn-cs"/>
        </a:defRPr>
      </a:lvl4pPr>
      <a:lvl5pPr marL="578630" algn="l" rtl="0" eaLnBrk="1" latinLnBrk="0" hangingPunct="1">
        <a:defRPr kumimoji="0" kern="1200">
          <a:solidFill>
            <a:schemeClr val="tx1"/>
          </a:solidFill>
          <a:latin typeface="+mn-lt"/>
          <a:ea typeface="+mn-ea"/>
          <a:cs typeface="+mn-cs"/>
        </a:defRPr>
      </a:lvl5pPr>
      <a:lvl6pPr marL="723287" algn="l" rtl="0" eaLnBrk="1" latinLnBrk="0" hangingPunct="1">
        <a:defRPr kumimoji="0" kern="1200">
          <a:solidFill>
            <a:schemeClr val="tx1"/>
          </a:solidFill>
          <a:latin typeface="+mn-lt"/>
          <a:ea typeface="+mn-ea"/>
          <a:cs typeface="+mn-cs"/>
        </a:defRPr>
      </a:lvl6pPr>
      <a:lvl7pPr marL="867944" algn="l" rtl="0" eaLnBrk="1" latinLnBrk="0" hangingPunct="1">
        <a:defRPr kumimoji="0" kern="1200">
          <a:solidFill>
            <a:schemeClr val="tx1"/>
          </a:solidFill>
          <a:latin typeface="+mn-lt"/>
          <a:ea typeface="+mn-ea"/>
          <a:cs typeface="+mn-cs"/>
        </a:defRPr>
      </a:lvl7pPr>
      <a:lvl8pPr marL="1012602" algn="l" rtl="0" eaLnBrk="1" latinLnBrk="0" hangingPunct="1">
        <a:defRPr kumimoji="0" kern="1200">
          <a:solidFill>
            <a:schemeClr val="tx1"/>
          </a:solidFill>
          <a:latin typeface="+mn-lt"/>
          <a:ea typeface="+mn-ea"/>
          <a:cs typeface="+mn-cs"/>
        </a:defRPr>
      </a:lvl8pPr>
      <a:lvl9pPr marL="115725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9"/>
          <p:cNvSpPr txBox="1">
            <a:spLocks noChangeArrowheads="1"/>
          </p:cNvSpPr>
          <p:nvPr/>
        </p:nvSpPr>
        <p:spPr bwMode="auto">
          <a:xfrm>
            <a:off x="7527473" y="6365557"/>
            <a:ext cx="137840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spcBef>
                <a:spcPct val="0"/>
              </a:spcBef>
            </a:pPr>
            <a:r>
              <a:rPr lang="en-US" altLang="en-US" sz="1350" dirty="0" err="1"/>
              <a:t>Salwa</a:t>
            </a:r>
            <a:r>
              <a:rPr lang="en-US" altLang="en-US" sz="1350" dirty="0"/>
              <a:t> El-</a:t>
            </a:r>
            <a:r>
              <a:rPr lang="en-US" altLang="en-US" sz="1350" dirty="0" err="1"/>
              <a:t>Sabban</a:t>
            </a:r>
            <a:endParaRPr lang="en-US" altLang="en-US" sz="1350" dirty="0"/>
          </a:p>
        </p:txBody>
      </p:sp>
      <p:sp>
        <p:nvSpPr>
          <p:cNvPr id="6" name="Rectangle 2"/>
          <p:cNvSpPr txBox="1">
            <a:spLocks noChangeArrowheads="1"/>
          </p:cNvSpPr>
          <p:nvPr/>
        </p:nvSpPr>
        <p:spPr>
          <a:xfrm>
            <a:off x="2033588" y="2639616"/>
            <a:ext cx="5829300" cy="857250"/>
          </a:xfrm>
          <a:prstGeom prst="rect">
            <a:avLst/>
          </a:prstGeom>
        </p:spPr>
        <p:txBody>
          <a:bodyPr anchor="b">
            <a:normAutofit/>
          </a:bodyPr>
          <a:lstStyle>
            <a:lvl1pPr algn="l" rtl="0" eaLnBrk="0" fontAlgn="base" hangingPunct="0">
              <a:spcBef>
                <a:spcPct val="0"/>
              </a:spcBef>
              <a:spcAft>
                <a:spcPct val="0"/>
              </a:spcAft>
              <a:defRPr sz="1200" b="1" kern="1200" cap="small">
                <a:solidFill>
                  <a:schemeClr val="tx2"/>
                </a:solidFill>
                <a:latin typeface="+mj-lt"/>
                <a:ea typeface="+mj-ea"/>
                <a:cs typeface="+mj-cs"/>
              </a:defRPr>
            </a:lvl1pPr>
            <a:lvl2pPr algn="l" rtl="0" eaLnBrk="0" fontAlgn="base" hangingPunct="0">
              <a:spcBef>
                <a:spcPct val="0"/>
              </a:spcBef>
              <a:spcAft>
                <a:spcPct val="0"/>
              </a:spcAft>
              <a:defRPr sz="1200">
                <a:solidFill>
                  <a:schemeClr val="tx2"/>
                </a:solidFill>
                <a:latin typeface="Century Schoolbook" pitchFamily="18" charset="0"/>
                <a:cs typeface="Times New Roman" pitchFamily="18" charset="0"/>
              </a:defRPr>
            </a:lvl2pPr>
            <a:lvl3pPr algn="l" rtl="0" eaLnBrk="0" fontAlgn="base" hangingPunct="0">
              <a:spcBef>
                <a:spcPct val="0"/>
              </a:spcBef>
              <a:spcAft>
                <a:spcPct val="0"/>
              </a:spcAft>
              <a:defRPr sz="1200">
                <a:solidFill>
                  <a:schemeClr val="tx2"/>
                </a:solidFill>
                <a:latin typeface="Century Schoolbook" pitchFamily="18" charset="0"/>
                <a:cs typeface="Times New Roman" pitchFamily="18" charset="0"/>
              </a:defRPr>
            </a:lvl3pPr>
            <a:lvl4pPr algn="l" rtl="0" eaLnBrk="0" fontAlgn="base" hangingPunct="0">
              <a:spcBef>
                <a:spcPct val="0"/>
              </a:spcBef>
              <a:spcAft>
                <a:spcPct val="0"/>
              </a:spcAft>
              <a:defRPr sz="1200">
                <a:solidFill>
                  <a:schemeClr val="tx2"/>
                </a:solidFill>
                <a:latin typeface="Century Schoolbook" pitchFamily="18" charset="0"/>
                <a:cs typeface="Times New Roman" pitchFamily="18" charset="0"/>
              </a:defRPr>
            </a:lvl4pPr>
            <a:lvl5pPr algn="l" rtl="0" eaLnBrk="0" fontAlgn="base" hangingPunct="0">
              <a:spcBef>
                <a:spcPct val="0"/>
              </a:spcBef>
              <a:spcAft>
                <a:spcPct val="0"/>
              </a:spcAft>
              <a:defRPr sz="1200">
                <a:solidFill>
                  <a:schemeClr val="tx2"/>
                </a:solidFill>
                <a:latin typeface="Century Schoolbook" pitchFamily="18" charset="0"/>
                <a:cs typeface="Times New Roman" pitchFamily="18" charset="0"/>
              </a:defRPr>
            </a:lvl5pPr>
            <a:lvl6pPr marL="192881" algn="l" rtl="0" fontAlgn="base">
              <a:spcBef>
                <a:spcPct val="0"/>
              </a:spcBef>
              <a:spcAft>
                <a:spcPct val="0"/>
              </a:spcAft>
              <a:defRPr sz="1266">
                <a:solidFill>
                  <a:schemeClr val="tx2"/>
                </a:solidFill>
                <a:latin typeface="Century Schoolbook" pitchFamily="18" charset="0"/>
                <a:cs typeface="Times New Roman" pitchFamily="18" charset="0"/>
              </a:defRPr>
            </a:lvl6pPr>
            <a:lvl7pPr marL="385763" algn="l" rtl="0" fontAlgn="base">
              <a:spcBef>
                <a:spcPct val="0"/>
              </a:spcBef>
              <a:spcAft>
                <a:spcPct val="0"/>
              </a:spcAft>
              <a:defRPr sz="1266">
                <a:solidFill>
                  <a:schemeClr val="tx2"/>
                </a:solidFill>
                <a:latin typeface="Century Schoolbook" pitchFamily="18" charset="0"/>
                <a:cs typeface="Times New Roman" pitchFamily="18" charset="0"/>
              </a:defRPr>
            </a:lvl7pPr>
            <a:lvl8pPr marL="578644" algn="l" rtl="0" fontAlgn="base">
              <a:spcBef>
                <a:spcPct val="0"/>
              </a:spcBef>
              <a:spcAft>
                <a:spcPct val="0"/>
              </a:spcAft>
              <a:defRPr sz="1266">
                <a:solidFill>
                  <a:schemeClr val="tx2"/>
                </a:solidFill>
                <a:latin typeface="Century Schoolbook" pitchFamily="18" charset="0"/>
                <a:cs typeface="Times New Roman" pitchFamily="18" charset="0"/>
              </a:defRPr>
            </a:lvl8pPr>
            <a:lvl9pPr marL="771525" algn="l" rtl="0" fontAlgn="base">
              <a:spcBef>
                <a:spcPct val="0"/>
              </a:spcBef>
              <a:spcAft>
                <a:spcPct val="0"/>
              </a:spcAft>
              <a:defRPr sz="1266">
                <a:solidFill>
                  <a:schemeClr val="tx2"/>
                </a:solidFill>
                <a:latin typeface="Century Schoolbook" pitchFamily="18" charset="0"/>
                <a:cs typeface="Times New Roman" pitchFamily="18" charset="0"/>
              </a:defRPr>
            </a:lvl9pPr>
          </a:lstStyle>
          <a:p>
            <a:pPr rtl="1" eaLnBrk="1" hangingPunct="1">
              <a:defRPr/>
            </a:pPr>
            <a:endParaRPr lang="en-US" sz="3300" dirty="0">
              <a:solidFill>
                <a:srgbClr val="FF0000"/>
              </a:solidFill>
              <a:cs typeface="Arabic Transparent" panose="020B0604020202020204" pitchFamily="34" charset="0"/>
            </a:endParaRPr>
          </a:p>
        </p:txBody>
      </p:sp>
      <p:sp>
        <p:nvSpPr>
          <p:cNvPr id="17414" name="Rectangle 6"/>
          <p:cNvSpPr>
            <a:spLocks noChangeArrowheads="1"/>
          </p:cNvSpPr>
          <p:nvPr/>
        </p:nvSpPr>
        <p:spPr bwMode="auto">
          <a:xfrm>
            <a:off x="2033588" y="2145359"/>
            <a:ext cx="58293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rtl="1" fontAlgn="base">
              <a:spcBef>
                <a:spcPct val="0"/>
              </a:spcBef>
              <a:spcAft>
                <a:spcPct val="0"/>
              </a:spcAft>
            </a:pPr>
            <a:endParaRPr lang="en-US" sz="3300" b="1" dirty="0">
              <a:solidFill>
                <a:srgbClr val="FF0000"/>
              </a:solidFill>
              <a:cs typeface="Arabic Transparent" panose="020B0604020202020204" pitchFamily="34" charset="0"/>
            </a:endParaRPr>
          </a:p>
        </p:txBody>
      </p:sp>
      <p:sp>
        <p:nvSpPr>
          <p:cNvPr id="3" name="Slide Number Placeholder 2"/>
          <p:cNvSpPr>
            <a:spLocks noGrp="1"/>
          </p:cNvSpPr>
          <p:nvPr>
            <p:ph type="sldNum" sz="quarter" idx="12"/>
          </p:nvPr>
        </p:nvSpPr>
        <p:spPr/>
        <p:txBody>
          <a:bodyPr/>
          <a:lstStyle/>
          <a:p>
            <a:pPr>
              <a:defRPr/>
            </a:pPr>
            <a:fld id="{397AF154-16E3-44B9-B479-5C2B2B6B0072}" type="slidenum">
              <a:rPr lang="ar-EG" smtClean="0"/>
              <a:pPr>
                <a:defRPr/>
              </a:pPr>
              <a:t>1</a:t>
            </a:fld>
            <a:endParaRPr lang="ar-EG"/>
          </a:p>
        </p:txBody>
      </p:sp>
      <p:sp>
        <p:nvSpPr>
          <p:cNvPr id="8" name="Text Box 5">
            <a:extLst>
              <a:ext uri="{FF2B5EF4-FFF2-40B4-BE49-F238E27FC236}">
                <a16:creationId xmlns:a16="http://schemas.microsoft.com/office/drawing/2014/main" id="{4C552ED4-7D3D-4D5E-A3FD-92EE23EFBC01}"/>
              </a:ext>
            </a:extLst>
          </p:cNvPr>
          <p:cNvSpPr txBox="1">
            <a:spLocks noChangeArrowheads="1"/>
          </p:cNvSpPr>
          <p:nvPr/>
        </p:nvSpPr>
        <p:spPr bwMode="auto">
          <a:xfrm>
            <a:off x="3573680" y="3272032"/>
            <a:ext cx="253841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eaLnBrk="1" hangingPunct="1">
              <a:spcBef>
                <a:spcPct val="50000"/>
              </a:spcBef>
              <a:buClrTx/>
              <a:buSzTx/>
              <a:buFontTx/>
              <a:buNone/>
            </a:pPr>
            <a:r>
              <a:rPr lang="en-US" altLang="en-US" sz="2100" dirty="0" err="1"/>
              <a:t>Salwa</a:t>
            </a:r>
            <a:r>
              <a:rPr lang="en-US" altLang="en-US" sz="2100" dirty="0"/>
              <a:t> El-</a:t>
            </a:r>
            <a:r>
              <a:rPr lang="en-US" altLang="en-US" sz="2100" dirty="0" err="1"/>
              <a:t>Sabban</a:t>
            </a:r>
            <a:endParaRPr lang="en-US" altLang="en-US" sz="2100" dirty="0"/>
          </a:p>
        </p:txBody>
      </p:sp>
      <p:sp>
        <p:nvSpPr>
          <p:cNvPr id="2" name="Rectangle 7">
            <a:extLst>
              <a:ext uri="{FF2B5EF4-FFF2-40B4-BE49-F238E27FC236}">
                <a16:creationId xmlns:a16="http://schemas.microsoft.com/office/drawing/2014/main" id="{EE27ADE7-D85B-D5FF-EB32-C42A0FEC2D41}"/>
              </a:ext>
            </a:extLst>
          </p:cNvPr>
          <p:cNvSpPr>
            <a:spLocks noChangeArrowheads="1"/>
          </p:cNvSpPr>
          <p:nvPr/>
        </p:nvSpPr>
        <p:spPr bwMode="auto">
          <a:xfrm>
            <a:off x="1394790" y="1868489"/>
            <a:ext cx="6653519" cy="99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imes New Roman" panose="02020603050405020304" pitchFamily="18" charset="0"/>
                <a:cs typeface="Times New Roman" panose="02020603050405020304" pitchFamily="18" charset="0"/>
              </a:defRPr>
            </a:lvl1pPr>
            <a:lvl2pPr marL="742950" indent="-285750">
              <a:defRPr sz="2400">
                <a:solidFill>
                  <a:schemeClr val="tx1"/>
                </a:solidFill>
                <a:latin typeface="Times New Roman" panose="02020603050405020304" pitchFamily="18" charset="0"/>
                <a:cs typeface="Times New Roman" panose="02020603050405020304" pitchFamily="18" charset="0"/>
              </a:defRPr>
            </a:lvl2pPr>
            <a:lvl3pPr marL="1143000" indent="-228600">
              <a:defRPr sz="2400">
                <a:solidFill>
                  <a:schemeClr val="tx1"/>
                </a:solidFill>
                <a:latin typeface="Times New Roman" panose="02020603050405020304" pitchFamily="18" charset="0"/>
                <a:cs typeface="Times New Roman" panose="02020603050405020304" pitchFamily="18" charset="0"/>
              </a:defRPr>
            </a:lvl3pPr>
            <a:lvl4pPr marL="1600200" indent="-228600">
              <a:defRPr sz="2400">
                <a:solidFill>
                  <a:schemeClr val="tx1"/>
                </a:solidFill>
                <a:latin typeface="Times New Roman" panose="02020603050405020304" pitchFamily="18" charset="0"/>
                <a:cs typeface="Times New Roman" panose="02020603050405020304" pitchFamily="18" charset="0"/>
              </a:defRPr>
            </a:lvl4pPr>
            <a:lvl5pPr marL="2057400" indent="-228600">
              <a:defRPr sz="24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pPr algn="ctr" fontAlgn="base">
              <a:spcBef>
                <a:spcPct val="0"/>
              </a:spcBef>
              <a:spcAft>
                <a:spcPct val="0"/>
              </a:spcAft>
            </a:pPr>
            <a:r>
              <a:rPr lang="en-US" sz="3300" b="1" dirty="0">
                <a:solidFill>
                  <a:srgbClr val="FF3300"/>
                </a:solidFill>
                <a:cs typeface="Arabic Transparent" panose="020B0604020202020204" pitchFamily="34" charset="0"/>
              </a:rPr>
              <a:t>Wavelength Division Multiplexing (WDM) (cont.)</a:t>
            </a:r>
            <a:endParaRPr lang="en-US" sz="3300" b="1" dirty="0">
              <a:solidFill>
                <a:srgbClr val="FF0000"/>
              </a:solidFill>
              <a:cs typeface="Arabic Transparent" panose="020B0604020202020204" pitchFamily="34" charset="0"/>
            </a:endParaRPr>
          </a:p>
        </p:txBody>
      </p:sp>
    </p:spTree>
    <p:extLst>
      <p:ext uri="{BB962C8B-B14F-4D97-AF65-F5344CB8AC3E}">
        <p14:creationId xmlns:p14="http://schemas.microsoft.com/office/powerpoint/2010/main" val="3193452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a:t>
            </a:fld>
            <a:endParaRPr lang="ar-EG" dirty="0"/>
          </a:p>
        </p:txBody>
      </p:sp>
      <p:sp>
        <p:nvSpPr>
          <p:cNvPr id="3" name="TextBox 2"/>
          <p:cNvSpPr txBox="1"/>
          <p:nvPr/>
        </p:nvSpPr>
        <p:spPr>
          <a:xfrm>
            <a:off x="739515" y="0"/>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6" name="Rectangle 5">
            <a:extLst>
              <a:ext uri="{FF2B5EF4-FFF2-40B4-BE49-F238E27FC236}">
                <a16:creationId xmlns:a16="http://schemas.microsoft.com/office/drawing/2014/main" id="{535D31DA-8A64-4D64-B514-3743F88F6CE6}"/>
              </a:ext>
            </a:extLst>
          </p:cNvPr>
          <p:cNvSpPr/>
          <p:nvPr/>
        </p:nvSpPr>
        <p:spPr>
          <a:xfrm>
            <a:off x="244929" y="523220"/>
            <a:ext cx="8494259" cy="6432530"/>
          </a:xfrm>
          <a:prstGeom prst="rect">
            <a:avLst/>
          </a:prstGeom>
        </p:spPr>
        <p:txBody>
          <a:bodyPr wrap="square">
            <a:spAutoFit/>
          </a:bodyPr>
          <a:lstStyle/>
          <a:p>
            <a:pPr algn="just"/>
            <a:r>
              <a:rPr lang="en-US" sz="2400" b="1" dirty="0"/>
              <a:t>WDM channel can be full duplex, half duplex, or simplex.</a:t>
            </a:r>
          </a:p>
          <a:p>
            <a:pPr algn="just"/>
            <a:endParaRPr lang="en-US" sz="2400" b="1" dirty="0">
              <a:solidFill>
                <a:srgbClr val="0000FF"/>
              </a:solidFill>
            </a:endParaRPr>
          </a:p>
          <a:p>
            <a:pPr algn="just"/>
            <a:r>
              <a:rPr lang="en-US" sz="2400" b="1" dirty="0">
                <a:solidFill>
                  <a:srgbClr val="0000FF"/>
                </a:solidFill>
              </a:rPr>
              <a:t>Full duplex</a:t>
            </a:r>
          </a:p>
          <a:p>
            <a:pPr algn="just"/>
            <a:r>
              <a:rPr lang="en-US" sz="2000" b="1" dirty="0"/>
              <a:t>The communication between sender and receiver can occur simultaneously. The sender and receiver can both transmit and receive at the same time. </a:t>
            </a:r>
          </a:p>
          <a:p>
            <a:pPr algn="just"/>
            <a:endParaRPr lang="en-US" sz="2400" b="1" dirty="0"/>
          </a:p>
          <a:p>
            <a:pPr algn="just"/>
            <a:r>
              <a:rPr lang="en-US" sz="2400" b="1" dirty="0">
                <a:solidFill>
                  <a:srgbClr val="0000FF"/>
                </a:solidFill>
              </a:rPr>
              <a:t>Half duplex</a:t>
            </a:r>
          </a:p>
          <a:p>
            <a:pPr algn="just"/>
            <a:r>
              <a:rPr lang="en-US" sz="2000" b="1" dirty="0"/>
              <a:t>The communication between sender and receiver occurs in both directions, but only one at a time. The sender and receiver can both send and receive the information , but only one is allowed to send at any given time. </a:t>
            </a:r>
          </a:p>
          <a:p>
            <a:pPr algn="just"/>
            <a:endParaRPr lang="en-US" sz="2400" b="1" dirty="0"/>
          </a:p>
          <a:p>
            <a:pPr algn="just"/>
            <a:r>
              <a:rPr lang="en-US" sz="2400" b="1" dirty="0">
                <a:solidFill>
                  <a:srgbClr val="0000FF"/>
                </a:solidFill>
              </a:rPr>
              <a:t>Simplex</a:t>
            </a:r>
          </a:p>
          <a:p>
            <a:pPr algn="just"/>
            <a:r>
              <a:rPr lang="en-US" sz="2000" b="1" dirty="0"/>
              <a:t>The communication between sender and receiver occurs in only one direction. The sender can only send the data, and receiver can only receive the data. The receiver cannot reply to the sender. </a:t>
            </a:r>
          </a:p>
        </p:txBody>
      </p:sp>
    </p:spTree>
    <p:extLst>
      <p:ext uri="{BB962C8B-B14F-4D97-AF65-F5344CB8AC3E}">
        <p14:creationId xmlns:p14="http://schemas.microsoft.com/office/powerpoint/2010/main" val="4142476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3</a:t>
            </a:fld>
            <a:endParaRPr lang="ar-EG" dirty="0"/>
          </a:p>
        </p:txBody>
      </p:sp>
      <p:sp>
        <p:nvSpPr>
          <p:cNvPr id="3" name="TextBox 2"/>
          <p:cNvSpPr txBox="1"/>
          <p:nvPr/>
        </p:nvSpPr>
        <p:spPr>
          <a:xfrm>
            <a:off x="739515" y="0"/>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6" name="Rectangle 5">
            <a:extLst>
              <a:ext uri="{FF2B5EF4-FFF2-40B4-BE49-F238E27FC236}">
                <a16:creationId xmlns:a16="http://schemas.microsoft.com/office/drawing/2014/main" id="{535D31DA-8A64-4D64-B514-3743F88F6CE6}"/>
              </a:ext>
            </a:extLst>
          </p:cNvPr>
          <p:cNvSpPr/>
          <p:nvPr/>
        </p:nvSpPr>
        <p:spPr>
          <a:xfrm>
            <a:off x="244929" y="622439"/>
            <a:ext cx="8494259" cy="5262979"/>
          </a:xfrm>
          <a:prstGeom prst="rect">
            <a:avLst/>
          </a:prstGeom>
        </p:spPr>
        <p:txBody>
          <a:bodyPr wrap="square">
            <a:spAutoFit/>
          </a:bodyPr>
          <a:lstStyle/>
          <a:p>
            <a:pPr algn="just"/>
            <a:r>
              <a:rPr lang="en-US" sz="2400" b="1" dirty="0"/>
              <a:t>For a two fiber full duplex WDM system, the two laser signals (one at both ends of the fiber link on different fibers) are assigned the same wavelength, which is referred to as the channel assignment.</a:t>
            </a:r>
          </a:p>
          <a:p>
            <a:pPr algn="just"/>
            <a:endParaRPr lang="en-US" sz="2400" b="1" dirty="0"/>
          </a:p>
          <a:p>
            <a:pPr algn="just"/>
            <a:r>
              <a:rPr lang="en-US" sz="2400" b="1" dirty="0">
                <a:solidFill>
                  <a:srgbClr val="0000FF"/>
                </a:solidFill>
              </a:rPr>
              <a:t>However, in cases where only one fiber is used for full duplex communications, both lasers will have different wavelength assignments and therefore communication channel uses two WDM channels.</a:t>
            </a:r>
          </a:p>
          <a:p>
            <a:pPr algn="just"/>
            <a:endParaRPr lang="en-US" sz="2400" b="1" dirty="0">
              <a:solidFill>
                <a:srgbClr val="0000FF"/>
              </a:solidFill>
            </a:endParaRPr>
          </a:p>
          <a:p>
            <a:pPr algn="just"/>
            <a:r>
              <a:rPr lang="en-US" sz="2400" b="1" dirty="0"/>
              <a:t>Typically, most WDM systems will use two fibers for a WDM link. Therefore, the WDM wavelength assignment is the same for both lasers for that channel.</a:t>
            </a:r>
            <a:endParaRPr lang="en-US" sz="2400" b="1" dirty="0">
              <a:solidFill>
                <a:srgbClr val="0000FF"/>
              </a:solidFill>
            </a:endParaRPr>
          </a:p>
        </p:txBody>
      </p:sp>
    </p:spTree>
    <p:extLst>
      <p:ext uri="{BB962C8B-B14F-4D97-AF65-F5344CB8AC3E}">
        <p14:creationId xmlns:p14="http://schemas.microsoft.com/office/powerpoint/2010/main" val="44881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4</a:t>
            </a:fld>
            <a:endParaRPr lang="ar-EG" dirty="0"/>
          </a:p>
        </p:txBody>
      </p:sp>
      <p:sp>
        <p:nvSpPr>
          <p:cNvPr id="3" name="TextBox 2"/>
          <p:cNvSpPr txBox="1"/>
          <p:nvPr/>
        </p:nvSpPr>
        <p:spPr>
          <a:xfrm>
            <a:off x="739515" y="0"/>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6" name="Rectangle 5">
            <a:extLst>
              <a:ext uri="{FF2B5EF4-FFF2-40B4-BE49-F238E27FC236}">
                <a16:creationId xmlns:a16="http://schemas.microsoft.com/office/drawing/2014/main" id="{535D31DA-8A64-4D64-B514-3743F88F6CE6}"/>
              </a:ext>
            </a:extLst>
          </p:cNvPr>
          <p:cNvSpPr/>
          <p:nvPr/>
        </p:nvSpPr>
        <p:spPr>
          <a:xfrm>
            <a:off x="244929" y="1069479"/>
            <a:ext cx="8494259" cy="5509200"/>
          </a:xfrm>
          <a:prstGeom prst="rect">
            <a:avLst/>
          </a:prstGeom>
        </p:spPr>
        <p:txBody>
          <a:bodyPr wrap="square">
            <a:spAutoFit/>
          </a:bodyPr>
          <a:lstStyle/>
          <a:p>
            <a:pPr algn="just"/>
            <a:r>
              <a:rPr lang="en-US" sz="2200" b="1" u="sng" dirty="0">
                <a:solidFill>
                  <a:srgbClr val="0000FF"/>
                </a:solidFill>
              </a:rPr>
              <a:t>A simple WDM system </a:t>
            </a:r>
            <a:r>
              <a:rPr lang="en-US" sz="2200" b="1" dirty="0"/>
              <a:t>consists of WDM multiplexers located at each end of a fiber link. The channel side of the WDM, also known as the drop side, connects to the transmission equipment such as SONET gear, routers, and switches that are fitted with the proper WDM transceivers. The WDM transceiver must have both the </a:t>
            </a:r>
            <a:r>
              <a:rPr lang="en-US" sz="2200" b="1" dirty="0">
                <a:solidFill>
                  <a:srgbClr val="FF0000"/>
                </a:solidFill>
              </a:rPr>
              <a:t>same channel assignment </a:t>
            </a:r>
            <a:r>
              <a:rPr lang="en-US" sz="2200" b="1" dirty="0"/>
              <a:t>as the multiplexer port that it will connect to, and the </a:t>
            </a:r>
            <a:r>
              <a:rPr lang="en-US" sz="2200" b="1" dirty="0">
                <a:solidFill>
                  <a:srgbClr val="FF0000"/>
                </a:solidFill>
              </a:rPr>
              <a:t>same channel spacing </a:t>
            </a:r>
            <a:r>
              <a:rPr lang="en-US" sz="2200" b="1" dirty="0"/>
              <a:t>as the multiplexer. The common side of the multiplexer connects to the common fiber (aggregate fiber).</a:t>
            </a:r>
          </a:p>
          <a:p>
            <a:pPr algn="just"/>
            <a:endParaRPr lang="en-US" sz="2200" b="1" dirty="0">
              <a:solidFill>
                <a:srgbClr val="0000FF"/>
              </a:solidFill>
            </a:endParaRPr>
          </a:p>
          <a:p>
            <a:pPr algn="just"/>
            <a:r>
              <a:rPr lang="en-US" sz="2200" b="1" dirty="0"/>
              <a:t>*Wavelength converters, referred to as transponders can be used to convert non-WDM optical signals (with standard </a:t>
            </a:r>
            <a:r>
              <a:rPr lang="en-US" sz="2200" b="1" dirty="0" err="1"/>
              <a:t>standard</a:t>
            </a:r>
            <a:r>
              <a:rPr lang="en-US" sz="2200" b="1" dirty="0"/>
              <a:t> 1310 or 1550 nm) to proper WDM signals. The transponders are inserted between the network equipment transceivers and WDM multiplexer.</a:t>
            </a:r>
            <a:endParaRPr lang="en-US" sz="2200" b="1" dirty="0">
              <a:solidFill>
                <a:srgbClr val="0000FF"/>
              </a:solidFill>
            </a:endParaRPr>
          </a:p>
        </p:txBody>
      </p:sp>
    </p:spTree>
    <p:extLst>
      <p:ext uri="{BB962C8B-B14F-4D97-AF65-F5344CB8AC3E}">
        <p14:creationId xmlns:p14="http://schemas.microsoft.com/office/powerpoint/2010/main" val="3660585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5</a:t>
            </a:fld>
            <a:endParaRPr lang="ar-EG" dirty="0"/>
          </a:p>
        </p:txBody>
      </p:sp>
      <p:sp>
        <p:nvSpPr>
          <p:cNvPr id="3" name="TextBox 2"/>
          <p:cNvSpPr txBox="1"/>
          <p:nvPr/>
        </p:nvSpPr>
        <p:spPr>
          <a:xfrm>
            <a:off x="739515" y="0"/>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pic>
        <p:nvPicPr>
          <p:cNvPr id="4" name="Picture 3">
            <a:extLst>
              <a:ext uri="{FF2B5EF4-FFF2-40B4-BE49-F238E27FC236}">
                <a16:creationId xmlns:a16="http://schemas.microsoft.com/office/drawing/2014/main" id="{2AA3BABD-E93D-4FAC-BF16-6A700862C704}"/>
              </a:ext>
            </a:extLst>
          </p:cNvPr>
          <p:cNvPicPr>
            <a:picLocks noChangeAspect="1"/>
          </p:cNvPicPr>
          <p:nvPr/>
        </p:nvPicPr>
        <p:blipFill>
          <a:blip r:embed="rId2"/>
          <a:stretch>
            <a:fillRect/>
          </a:stretch>
        </p:blipFill>
        <p:spPr>
          <a:xfrm>
            <a:off x="568960" y="934720"/>
            <a:ext cx="7868930" cy="4762397"/>
          </a:xfrm>
          <a:prstGeom prst="rect">
            <a:avLst/>
          </a:prstGeom>
        </p:spPr>
      </p:pic>
      <p:sp>
        <p:nvSpPr>
          <p:cNvPr id="5" name="Rectangle 4">
            <a:extLst>
              <a:ext uri="{FF2B5EF4-FFF2-40B4-BE49-F238E27FC236}">
                <a16:creationId xmlns:a16="http://schemas.microsoft.com/office/drawing/2014/main" id="{74ED6DFF-BE62-4324-AE3F-8D39C64058F9}"/>
              </a:ext>
            </a:extLst>
          </p:cNvPr>
          <p:cNvSpPr/>
          <p:nvPr/>
        </p:nvSpPr>
        <p:spPr>
          <a:xfrm>
            <a:off x="1229360" y="5976537"/>
            <a:ext cx="5882640" cy="461665"/>
          </a:xfrm>
          <a:prstGeom prst="rect">
            <a:avLst/>
          </a:prstGeom>
        </p:spPr>
        <p:txBody>
          <a:bodyPr wrap="square">
            <a:spAutoFit/>
          </a:bodyPr>
          <a:lstStyle/>
          <a:p>
            <a:r>
              <a:rPr lang="en-US" sz="2400" b="1" dirty="0">
                <a:latin typeface="+mj-lt"/>
              </a:rPr>
              <a:t>Typical basic 4-channel WDM link</a:t>
            </a:r>
            <a:r>
              <a:rPr lang="en-US" b="1" dirty="0">
                <a:latin typeface="+mj-lt"/>
              </a:rPr>
              <a:t>.</a:t>
            </a:r>
          </a:p>
        </p:txBody>
      </p:sp>
    </p:spTree>
    <p:extLst>
      <p:ext uri="{BB962C8B-B14F-4D97-AF65-F5344CB8AC3E}">
        <p14:creationId xmlns:p14="http://schemas.microsoft.com/office/powerpoint/2010/main" val="2224547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6</a:t>
            </a:fld>
            <a:endParaRPr lang="ar-EG" dirty="0"/>
          </a:p>
        </p:txBody>
      </p:sp>
      <p:sp>
        <p:nvSpPr>
          <p:cNvPr id="3" name="TextBox 2"/>
          <p:cNvSpPr txBox="1"/>
          <p:nvPr/>
        </p:nvSpPr>
        <p:spPr>
          <a:xfrm>
            <a:off x="739515" y="0"/>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6" name="Rectangle 5">
            <a:extLst>
              <a:ext uri="{FF2B5EF4-FFF2-40B4-BE49-F238E27FC236}">
                <a16:creationId xmlns:a16="http://schemas.microsoft.com/office/drawing/2014/main" id="{535D31DA-8A64-4D64-B514-3743F88F6CE6}"/>
              </a:ext>
            </a:extLst>
          </p:cNvPr>
          <p:cNvSpPr/>
          <p:nvPr/>
        </p:nvSpPr>
        <p:spPr>
          <a:xfrm>
            <a:off x="244929" y="1313319"/>
            <a:ext cx="8494259" cy="3816429"/>
          </a:xfrm>
          <a:prstGeom prst="rect">
            <a:avLst/>
          </a:prstGeom>
        </p:spPr>
        <p:txBody>
          <a:bodyPr wrap="square">
            <a:spAutoFit/>
          </a:bodyPr>
          <a:lstStyle/>
          <a:p>
            <a:pPr algn="just"/>
            <a:r>
              <a:rPr lang="en-US" sz="2200" b="1" dirty="0"/>
              <a:t>WDM systems are available as simple(passive) or active systems.</a:t>
            </a:r>
          </a:p>
          <a:p>
            <a:pPr algn="just"/>
            <a:r>
              <a:rPr lang="en-US" sz="2200" b="1" dirty="0"/>
              <a:t>The active systems are a combination of simple WDM’s and some electronics that provide a rich set of features. </a:t>
            </a:r>
          </a:p>
          <a:p>
            <a:pPr algn="just"/>
            <a:endParaRPr lang="en-US" sz="2200" b="1" dirty="0"/>
          </a:p>
          <a:p>
            <a:pPr algn="just"/>
            <a:r>
              <a:rPr lang="en-US" sz="2200" b="1" dirty="0">
                <a:solidFill>
                  <a:srgbClr val="0000FF"/>
                </a:solidFill>
              </a:rPr>
              <a:t>Typically, a simple system contains no electronics, and therefore has no power or cooling requirements. They are generally limited by the WDM transceiver’s optical budget to spans of less than 100 km (assuming equipment optical budget of 28 dB, fiber loss of 0.22 dB/km, and multiplexer pair insertion loss of 6 dB).</a:t>
            </a:r>
          </a:p>
        </p:txBody>
      </p:sp>
    </p:spTree>
    <p:extLst>
      <p:ext uri="{BB962C8B-B14F-4D97-AF65-F5344CB8AC3E}">
        <p14:creationId xmlns:p14="http://schemas.microsoft.com/office/powerpoint/2010/main" val="37614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7</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302080" y="898371"/>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302080" y="1982450"/>
            <a:ext cx="8360229" cy="2462213"/>
          </a:xfrm>
          <a:prstGeom prst="rect">
            <a:avLst/>
          </a:prstGeom>
        </p:spPr>
        <p:txBody>
          <a:bodyPr wrap="square">
            <a:spAutoFit/>
          </a:bodyPr>
          <a:lstStyle/>
          <a:p>
            <a:pPr algn="just"/>
            <a:r>
              <a:rPr lang="en-US" sz="2200" b="1" dirty="0"/>
              <a:t>1-Unidirectional</a:t>
            </a:r>
          </a:p>
          <a:p>
            <a:pPr algn="just"/>
            <a:endParaRPr lang="en-US" sz="2200" b="1" dirty="0"/>
          </a:p>
          <a:p>
            <a:pPr algn="just"/>
            <a:r>
              <a:rPr lang="en-US" sz="2200" b="1" dirty="0"/>
              <a:t>2-Bidirectional</a:t>
            </a:r>
          </a:p>
          <a:p>
            <a:pPr algn="just"/>
            <a:endParaRPr lang="en-US" sz="2200" b="1" dirty="0"/>
          </a:p>
          <a:p>
            <a:pPr algn="just"/>
            <a:r>
              <a:rPr lang="en-US" sz="2200" b="1" dirty="0"/>
              <a:t>3-Universal</a:t>
            </a:r>
          </a:p>
          <a:p>
            <a:pPr algn="just"/>
            <a:endParaRPr lang="en-US" sz="2200" b="1" dirty="0"/>
          </a:p>
          <a:p>
            <a:pPr algn="just"/>
            <a:r>
              <a:rPr lang="en-US" sz="2200" b="1" dirty="0"/>
              <a:t>4-Optical add/drop multiplexer (OADM)</a:t>
            </a:r>
            <a:endParaRPr lang="en-US" sz="2200" b="1" dirty="0">
              <a:latin typeface="Palatino-Roman"/>
            </a:endParaRPr>
          </a:p>
        </p:txBody>
      </p:sp>
    </p:spTree>
    <p:extLst>
      <p:ext uri="{BB962C8B-B14F-4D97-AF65-F5344CB8AC3E}">
        <p14:creationId xmlns:p14="http://schemas.microsoft.com/office/powerpoint/2010/main" val="277559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8</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41120" y="1477893"/>
            <a:ext cx="8360229" cy="5170646"/>
          </a:xfrm>
          <a:prstGeom prst="rect">
            <a:avLst/>
          </a:prstGeom>
        </p:spPr>
        <p:txBody>
          <a:bodyPr wrap="square">
            <a:spAutoFit/>
          </a:bodyPr>
          <a:lstStyle/>
          <a:p>
            <a:pPr algn="just"/>
            <a:r>
              <a:rPr lang="en-US" sz="2200" b="1" dirty="0"/>
              <a:t>-The unidirectional WDM allows transmission in the WDM in only one direction, channel ports to common port or common port to channel ports. </a:t>
            </a:r>
          </a:p>
          <a:p>
            <a:pPr algn="just"/>
            <a:endParaRPr lang="en-US" sz="2200" b="1" dirty="0"/>
          </a:p>
          <a:p>
            <a:pPr algn="just"/>
            <a:r>
              <a:rPr lang="en-US" sz="2200" b="1" dirty="0">
                <a:solidFill>
                  <a:srgbClr val="0000FF"/>
                </a:solidFill>
              </a:rPr>
              <a:t>-The channel port(s) in a unidirectional multiplexer (mux) unit are designated as In port(s) and connect to the equipment laser(s). </a:t>
            </a:r>
          </a:p>
          <a:p>
            <a:pPr algn="just"/>
            <a:endParaRPr lang="en-US" sz="2200" b="1" dirty="0"/>
          </a:p>
          <a:p>
            <a:pPr algn="just"/>
            <a:r>
              <a:rPr lang="en-US" sz="2200" b="1" dirty="0"/>
              <a:t>-The channel port(s) in a unidirectional demultiplexer (</a:t>
            </a:r>
            <a:r>
              <a:rPr lang="en-US" sz="2200" b="1" dirty="0" err="1"/>
              <a:t>demux</a:t>
            </a:r>
            <a:r>
              <a:rPr lang="en-US" sz="2200" b="1" dirty="0"/>
              <a:t>) unit are designated as Out port(s) and connect to the receiver(s) equipment. </a:t>
            </a:r>
          </a:p>
          <a:p>
            <a:pPr algn="just"/>
            <a:endParaRPr lang="en-US" sz="2200" b="1" dirty="0"/>
          </a:p>
          <a:p>
            <a:pPr algn="just"/>
            <a:r>
              <a:rPr lang="en-US" sz="2200" b="1" dirty="0">
                <a:solidFill>
                  <a:srgbClr val="0000FF"/>
                </a:solidFill>
              </a:rPr>
              <a:t>-A laser cannot be connected to the demultiplexer unit and a receiver fiber cannot be connected to the multiplexer unit. </a:t>
            </a:r>
          </a:p>
        </p:txBody>
      </p:sp>
      <p:sp>
        <p:nvSpPr>
          <p:cNvPr id="5" name="Rectangle 4">
            <a:extLst>
              <a:ext uri="{FF2B5EF4-FFF2-40B4-BE49-F238E27FC236}">
                <a16:creationId xmlns:a16="http://schemas.microsoft.com/office/drawing/2014/main" id="{08AA1738-6A6F-4645-B2F4-9C14B48C7C98}"/>
              </a:ext>
            </a:extLst>
          </p:cNvPr>
          <p:cNvSpPr/>
          <p:nvPr/>
        </p:nvSpPr>
        <p:spPr>
          <a:xfrm>
            <a:off x="777605" y="954673"/>
            <a:ext cx="2813591" cy="461665"/>
          </a:xfrm>
          <a:prstGeom prst="rect">
            <a:avLst/>
          </a:prstGeom>
        </p:spPr>
        <p:txBody>
          <a:bodyPr wrap="none">
            <a:spAutoFit/>
          </a:bodyPr>
          <a:lstStyle/>
          <a:p>
            <a:pPr algn="just"/>
            <a:r>
              <a:rPr lang="en-US" sz="2400" b="1" dirty="0">
                <a:solidFill>
                  <a:srgbClr val="FF0000"/>
                </a:solidFill>
              </a:rPr>
              <a:t>1-Unidirectional</a:t>
            </a:r>
          </a:p>
        </p:txBody>
      </p:sp>
    </p:spTree>
    <p:extLst>
      <p:ext uri="{BB962C8B-B14F-4D97-AF65-F5344CB8AC3E}">
        <p14:creationId xmlns:p14="http://schemas.microsoft.com/office/powerpoint/2010/main" val="2748300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9</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638872"/>
            <a:ext cx="8360229" cy="4493538"/>
          </a:xfrm>
          <a:prstGeom prst="rect">
            <a:avLst/>
          </a:prstGeom>
        </p:spPr>
        <p:txBody>
          <a:bodyPr wrap="square">
            <a:spAutoFit/>
          </a:bodyPr>
          <a:lstStyle/>
          <a:p>
            <a:pPr algn="just"/>
            <a:r>
              <a:rPr lang="en-US" sz="2200" b="1" dirty="0"/>
              <a:t>-Unidirectional WDMs are always installed as a mux and </a:t>
            </a:r>
            <a:r>
              <a:rPr lang="en-US" sz="2200" b="1" dirty="0" err="1"/>
              <a:t>demux</a:t>
            </a:r>
            <a:r>
              <a:rPr lang="en-US" sz="2200" b="1" dirty="0"/>
              <a:t> pair with common ports connecting them by a single OSP fiber. </a:t>
            </a:r>
          </a:p>
          <a:p>
            <a:pPr algn="just"/>
            <a:endParaRPr lang="en-US" sz="2200" b="1" dirty="0"/>
          </a:p>
          <a:p>
            <a:pPr algn="just"/>
            <a:r>
              <a:rPr lang="en-US" sz="2200" b="1" dirty="0">
                <a:solidFill>
                  <a:srgbClr val="0000FF"/>
                </a:solidFill>
              </a:rPr>
              <a:t>-Unidirectional WDM positions are not interchangeable</a:t>
            </a:r>
          </a:p>
          <a:p>
            <a:pPr algn="just"/>
            <a:endParaRPr lang="en-US" sz="2200" b="1" dirty="0">
              <a:latin typeface="Palatino-Roman"/>
            </a:endParaRPr>
          </a:p>
          <a:p>
            <a:pPr algn="just"/>
            <a:r>
              <a:rPr lang="en-US" sz="2200" b="1" dirty="0"/>
              <a:t>-Unidirectional WDMs are always used in two-fiber links for full duplex communications. Therefore, the WDM configuration shown in the following figure</a:t>
            </a:r>
            <a:r>
              <a:rPr lang="en-US" sz="2200" b="1" i="1" dirty="0"/>
              <a:t> </a:t>
            </a:r>
            <a:r>
              <a:rPr lang="en-US" sz="2200" b="1" dirty="0"/>
              <a:t>needs to be duplicated but in the opposite direction in order to produce a full duplex, 4-channel WDM system. This is a common WDM type deployed with EDFAs because they are also unidirectional.</a:t>
            </a:r>
            <a:endParaRPr lang="en-US" sz="2200" b="1" dirty="0">
              <a:latin typeface="Palatino-Roman"/>
            </a:endParaRPr>
          </a:p>
        </p:txBody>
      </p:sp>
      <p:sp>
        <p:nvSpPr>
          <p:cNvPr id="5" name="Rectangle 4">
            <a:extLst>
              <a:ext uri="{FF2B5EF4-FFF2-40B4-BE49-F238E27FC236}">
                <a16:creationId xmlns:a16="http://schemas.microsoft.com/office/drawing/2014/main" id="{08AA1738-6A6F-4645-B2F4-9C14B48C7C98}"/>
              </a:ext>
            </a:extLst>
          </p:cNvPr>
          <p:cNvSpPr/>
          <p:nvPr/>
        </p:nvSpPr>
        <p:spPr>
          <a:xfrm>
            <a:off x="777605" y="1087330"/>
            <a:ext cx="2813591" cy="461665"/>
          </a:xfrm>
          <a:prstGeom prst="rect">
            <a:avLst/>
          </a:prstGeom>
        </p:spPr>
        <p:txBody>
          <a:bodyPr wrap="none">
            <a:spAutoFit/>
          </a:bodyPr>
          <a:lstStyle/>
          <a:p>
            <a:pPr algn="just"/>
            <a:r>
              <a:rPr lang="en-US" sz="2400" b="1" dirty="0">
                <a:solidFill>
                  <a:srgbClr val="FF0000"/>
                </a:solidFill>
              </a:rPr>
              <a:t>1-Unidirectional</a:t>
            </a:r>
          </a:p>
        </p:txBody>
      </p:sp>
    </p:spTree>
    <p:extLst>
      <p:ext uri="{BB962C8B-B14F-4D97-AF65-F5344CB8AC3E}">
        <p14:creationId xmlns:p14="http://schemas.microsoft.com/office/powerpoint/2010/main" val="3173717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10</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5" name="Rectangle 4">
            <a:extLst>
              <a:ext uri="{FF2B5EF4-FFF2-40B4-BE49-F238E27FC236}">
                <a16:creationId xmlns:a16="http://schemas.microsoft.com/office/drawing/2014/main" id="{08AA1738-6A6F-4645-B2F4-9C14B48C7C98}"/>
              </a:ext>
            </a:extLst>
          </p:cNvPr>
          <p:cNvSpPr/>
          <p:nvPr/>
        </p:nvSpPr>
        <p:spPr>
          <a:xfrm>
            <a:off x="777605" y="1087330"/>
            <a:ext cx="2813591" cy="461665"/>
          </a:xfrm>
          <a:prstGeom prst="rect">
            <a:avLst/>
          </a:prstGeom>
        </p:spPr>
        <p:txBody>
          <a:bodyPr wrap="none">
            <a:spAutoFit/>
          </a:bodyPr>
          <a:lstStyle/>
          <a:p>
            <a:pPr algn="just"/>
            <a:r>
              <a:rPr lang="en-US" sz="2400" b="1" dirty="0">
                <a:solidFill>
                  <a:srgbClr val="FF0000"/>
                </a:solidFill>
              </a:rPr>
              <a:t>1-Unidirectional</a:t>
            </a:r>
          </a:p>
        </p:txBody>
      </p:sp>
      <p:pic>
        <p:nvPicPr>
          <p:cNvPr id="6" name="Picture 5">
            <a:extLst>
              <a:ext uri="{FF2B5EF4-FFF2-40B4-BE49-F238E27FC236}">
                <a16:creationId xmlns:a16="http://schemas.microsoft.com/office/drawing/2014/main" id="{18EE43A1-2A7D-443C-9A18-4108C1EE9EDC}"/>
              </a:ext>
            </a:extLst>
          </p:cNvPr>
          <p:cNvPicPr>
            <a:picLocks noChangeAspect="1"/>
          </p:cNvPicPr>
          <p:nvPr/>
        </p:nvPicPr>
        <p:blipFill>
          <a:blip r:embed="rId2"/>
          <a:stretch>
            <a:fillRect/>
          </a:stretch>
        </p:blipFill>
        <p:spPr>
          <a:xfrm>
            <a:off x="598880" y="2082800"/>
            <a:ext cx="7668156" cy="3332480"/>
          </a:xfrm>
          <a:prstGeom prst="rect">
            <a:avLst/>
          </a:prstGeom>
        </p:spPr>
      </p:pic>
      <p:sp>
        <p:nvSpPr>
          <p:cNvPr id="7" name="Rectangle 6">
            <a:extLst>
              <a:ext uri="{FF2B5EF4-FFF2-40B4-BE49-F238E27FC236}">
                <a16:creationId xmlns:a16="http://schemas.microsoft.com/office/drawing/2014/main" id="{074D1B30-08DC-42E0-A8E8-F916A161E3BF}"/>
              </a:ext>
            </a:extLst>
          </p:cNvPr>
          <p:cNvSpPr/>
          <p:nvPr/>
        </p:nvSpPr>
        <p:spPr>
          <a:xfrm>
            <a:off x="2572068" y="5770670"/>
            <a:ext cx="3236784" cy="430887"/>
          </a:xfrm>
          <a:prstGeom prst="rect">
            <a:avLst/>
          </a:prstGeom>
        </p:spPr>
        <p:txBody>
          <a:bodyPr wrap="none">
            <a:spAutoFit/>
          </a:bodyPr>
          <a:lstStyle/>
          <a:p>
            <a:r>
              <a:rPr lang="en-US" sz="2200" b="1" dirty="0">
                <a:latin typeface="Helvetica" panose="020B0604020202020204" pitchFamily="34" charset="0"/>
                <a:cs typeface="Helvetica" panose="020B0604020202020204" pitchFamily="34" charset="0"/>
              </a:rPr>
              <a:t>Unidirectional 4</a:t>
            </a:r>
            <a:r>
              <a:rPr lang="en-US" sz="2200" b="1" dirty="0">
                <a:latin typeface="Symbol" panose="05050102010706020507" pitchFamily="18" charset="2"/>
                <a:cs typeface="Helvetica" panose="020B0604020202020204" pitchFamily="34" charset="0"/>
              </a:rPr>
              <a:t>l</a:t>
            </a:r>
            <a:r>
              <a:rPr lang="el-GR" sz="2200" b="1" dirty="0">
                <a:latin typeface="Symbol" panose="05050102010706020507" pitchFamily="18" charset="2"/>
                <a:cs typeface="Helvetica" panose="020B0604020202020204" pitchFamily="34" charset="0"/>
              </a:rPr>
              <a:t> </a:t>
            </a:r>
            <a:r>
              <a:rPr lang="en-US" sz="2200" b="1" dirty="0">
                <a:latin typeface="Helvetica" panose="020B0604020202020204" pitchFamily="34" charset="0"/>
                <a:cs typeface="Helvetica" panose="020B0604020202020204" pitchFamily="34" charset="0"/>
              </a:rPr>
              <a:t>WDM</a:t>
            </a:r>
            <a:endParaRPr lang="en-US" sz="2200" b="1" dirty="0"/>
          </a:p>
        </p:txBody>
      </p:sp>
    </p:spTree>
    <p:extLst>
      <p:ext uri="{BB962C8B-B14F-4D97-AF65-F5344CB8AC3E}">
        <p14:creationId xmlns:p14="http://schemas.microsoft.com/office/powerpoint/2010/main" val="272535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11</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2270511"/>
            <a:ext cx="8360229" cy="3139321"/>
          </a:xfrm>
          <a:prstGeom prst="rect">
            <a:avLst/>
          </a:prstGeom>
        </p:spPr>
        <p:txBody>
          <a:bodyPr wrap="square">
            <a:spAutoFit/>
          </a:bodyPr>
          <a:lstStyle/>
          <a:p>
            <a:pPr algn="just"/>
            <a:r>
              <a:rPr lang="en-US" sz="2200" b="1" dirty="0"/>
              <a:t>-Here both multiplexer and demultiplexer are combined into one unit at each end of the fiber. This system uses two common OSP fibers for the link connection.</a:t>
            </a:r>
          </a:p>
          <a:p>
            <a:pPr algn="just"/>
            <a:endParaRPr lang="en-US" sz="2200" b="1" dirty="0"/>
          </a:p>
          <a:p>
            <a:pPr algn="just"/>
            <a:r>
              <a:rPr lang="en-US" sz="2200" b="1" dirty="0"/>
              <a:t> -Each fiber can carry transmission in only one direction. </a:t>
            </a:r>
          </a:p>
          <a:p>
            <a:pPr algn="just"/>
            <a:endParaRPr lang="en-US" sz="2200" b="1" dirty="0"/>
          </a:p>
          <a:p>
            <a:pPr algn="just"/>
            <a:r>
              <a:rPr lang="en-US" sz="2200" b="1" dirty="0"/>
              <a:t>-The units are referred to as Mux/</a:t>
            </a:r>
            <a:r>
              <a:rPr lang="en-US" sz="2200" b="1" dirty="0" err="1"/>
              <a:t>Demux</a:t>
            </a:r>
            <a:r>
              <a:rPr lang="en-US" sz="2200" b="1" dirty="0"/>
              <a:t> East and Mux/</a:t>
            </a:r>
            <a:r>
              <a:rPr lang="en-US" sz="2200" b="1" dirty="0" err="1"/>
              <a:t>Demux</a:t>
            </a:r>
            <a:r>
              <a:rPr lang="en-US" sz="2200" b="1" dirty="0"/>
              <a:t> West</a:t>
            </a:r>
            <a:endParaRPr lang="en-US" sz="2200" b="1" dirty="0">
              <a:latin typeface="Palatino-Roman"/>
            </a:endParaRPr>
          </a:p>
        </p:txBody>
      </p:sp>
      <p:sp>
        <p:nvSpPr>
          <p:cNvPr id="5" name="Rectangle 4">
            <a:extLst>
              <a:ext uri="{FF2B5EF4-FFF2-40B4-BE49-F238E27FC236}">
                <a16:creationId xmlns:a16="http://schemas.microsoft.com/office/drawing/2014/main" id="{08AA1738-6A6F-4645-B2F4-9C14B48C7C98}"/>
              </a:ext>
            </a:extLst>
          </p:cNvPr>
          <p:cNvSpPr/>
          <p:nvPr/>
        </p:nvSpPr>
        <p:spPr>
          <a:xfrm>
            <a:off x="345440" y="1197093"/>
            <a:ext cx="8245749" cy="830997"/>
          </a:xfrm>
          <a:prstGeom prst="rect">
            <a:avLst/>
          </a:prstGeom>
        </p:spPr>
        <p:txBody>
          <a:bodyPr wrap="square">
            <a:spAutoFit/>
          </a:bodyPr>
          <a:lstStyle/>
          <a:p>
            <a:r>
              <a:rPr lang="en-US" sz="2400" b="1" dirty="0">
                <a:solidFill>
                  <a:srgbClr val="FF0000"/>
                </a:solidFill>
              </a:rPr>
              <a:t>1-Unidirectional-</a:t>
            </a:r>
            <a:r>
              <a:rPr lang="en-US" sz="2400" b="1" dirty="0"/>
              <a:t> </a:t>
            </a:r>
          </a:p>
          <a:p>
            <a:r>
              <a:rPr lang="en-US" sz="2400" b="1" dirty="0"/>
              <a:t> </a:t>
            </a:r>
            <a:r>
              <a:rPr lang="en-US" sz="2400" b="1" dirty="0">
                <a:solidFill>
                  <a:srgbClr val="FF0000"/>
                </a:solidFill>
              </a:rPr>
              <a:t>dual unidirectional mux/</a:t>
            </a:r>
            <a:r>
              <a:rPr lang="en-US" sz="2400" b="1" dirty="0" err="1">
                <a:solidFill>
                  <a:srgbClr val="FF0000"/>
                </a:solidFill>
              </a:rPr>
              <a:t>demux</a:t>
            </a:r>
            <a:r>
              <a:rPr lang="en-US" sz="2400" b="1" dirty="0">
                <a:solidFill>
                  <a:srgbClr val="FF0000"/>
                </a:solidFill>
              </a:rPr>
              <a:t> unit</a:t>
            </a:r>
          </a:p>
        </p:txBody>
      </p:sp>
    </p:spTree>
    <p:extLst>
      <p:ext uri="{BB962C8B-B14F-4D97-AF65-F5344CB8AC3E}">
        <p14:creationId xmlns:p14="http://schemas.microsoft.com/office/powerpoint/2010/main" val="156809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12</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5" name="Rectangle 4">
            <a:extLst>
              <a:ext uri="{FF2B5EF4-FFF2-40B4-BE49-F238E27FC236}">
                <a16:creationId xmlns:a16="http://schemas.microsoft.com/office/drawing/2014/main" id="{08AA1738-6A6F-4645-B2F4-9C14B48C7C98}"/>
              </a:ext>
            </a:extLst>
          </p:cNvPr>
          <p:cNvSpPr/>
          <p:nvPr/>
        </p:nvSpPr>
        <p:spPr>
          <a:xfrm>
            <a:off x="437106" y="973673"/>
            <a:ext cx="5993949" cy="830997"/>
          </a:xfrm>
          <a:prstGeom prst="rect">
            <a:avLst/>
          </a:prstGeom>
        </p:spPr>
        <p:txBody>
          <a:bodyPr wrap="none">
            <a:spAutoFit/>
          </a:bodyPr>
          <a:lstStyle/>
          <a:p>
            <a:pPr algn="just"/>
            <a:r>
              <a:rPr lang="en-US" sz="2400" b="1" dirty="0">
                <a:solidFill>
                  <a:srgbClr val="FF0000"/>
                </a:solidFill>
              </a:rPr>
              <a:t>1-Unidirectional-</a:t>
            </a:r>
          </a:p>
          <a:p>
            <a:pPr algn="just"/>
            <a:r>
              <a:rPr lang="en-US" sz="2400" b="1" dirty="0">
                <a:solidFill>
                  <a:srgbClr val="FF0000"/>
                </a:solidFill>
              </a:rPr>
              <a:t>dual unidirectional mux/</a:t>
            </a:r>
            <a:r>
              <a:rPr lang="en-US" sz="2400" b="1" dirty="0" err="1">
                <a:solidFill>
                  <a:srgbClr val="FF0000"/>
                </a:solidFill>
              </a:rPr>
              <a:t>demux</a:t>
            </a:r>
            <a:r>
              <a:rPr lang="en-US" sz="2400" b="1" dirty="0">
                <a:solidFill>
                  <a:srgbClr val="FF0000"/>
                </a:solidFill>
              </a:rPr>
              <a:t> unit</a:t>
            </a:r>
          </a:p>
        </p:txBody>
      </p:sp>
      <p:pic>
        <p:nvPicPr>
          <p:cNvPr id="7" name="Picture 6">
            <a:extLst>
              <a:ext uri="{FF2B5EF4-FFF2-40B4-BE49-F238E27FC236}">
                <a16:creationId xmlns:a16="http://schemas.microsoft.com/office/drawing/2014/main" id="{D4A5CFDE-A378-4002-883C-72A006AEF1A5}"/>
              </a:ext>
            </a:extLst>
          </p:cNvPr>
          <p:cNvPicPr>
            <a:picLocks noChangeAspect="1"/>
          </p:cNvPicPr>
          <p:nvPr/>
        </p:nvPicPr>
        <p:blipFill>
          <a:blip r:embed="rId2"/>
          <a:stretch>
            <a:fillRect/>
          </a:stretch>
        </p:blipFill>
        <p:spPr>
          <a:xfrm>
            <a:off x="552964" y="2113280"/>
            <a:ext cx="7714072" cy="3312160"/>
          </a:xfrm>
          <a:prstGeom prst="rect">
            <a:avLst/>
          </a:prstGeom>
        </p:spPr>
      </p:pic>
      <p:sp>
        <p:nvSpPr>
          <p:cNvPr id="8" name="Rectangle 7">
            <a:extLst>
              <a:ext uri="{FF2B5EF4-FFF2-40B4-BE49-F238E27FC236}">
                <a16:creationId xmlns:a16="http://schemas.microsoft.com/office/drawing/2014/main" id="{FB8CD7B1-B5C4-4923-9A73-6B1C59146CB3}"/>
              </a:ext>
            </a:extLst>
          </p:cNvPr>
          <p:cNvSpPr/>
          <p:nvPr/>
        </p:nvSpPr>
        <p:spPr>
          <a:xfrm>
            <a:off x="1621512" y="5884327"/>
            <a:ext cx="5900974" cy="430887"/>
          </a:xfrm>
          <a:prstGeom prst="rect">
            <a:avLst/>
          </a:prstGeom>
        </p:spPr>
        <p:txBody>
          <a:bodyPr wrap="none">
            <a:spAutoFit/>
          </a:bodyPr>
          <a:lstStyle/>
          <a:p>
            <a:r>
              <a:rPr lang="fr-FR" sz="2200" b="1" dirty="0" err="1">
                <a:latin typeface="Helvetica" panose="020B0604020202020204" pitchFamily="34" charset="0"/>
                <a:cs typeface="Helvetica" panose="020B0604020202020204" pitchFamily="34" charset="0"/>
              </a:rPr>
              <a:t>Unidirectional</a:t>
            </a:r>
            <a:r>
              <a:rPr lang="fr-FR" sz="2200" b="1" dirty="0">
                <a:latin typeface="Helvetica" panose="020B0604020202020204" pitchFamily="34" charset="0"/>
                <a:cs typeface="Helvetica" panose="020B0604020202020204" pitchFamily="34" charset="0"/>
              </a:rPr>
              <a:t> 4-channel </a:t>
            </a:r>
            <a:r>
              <a:rPr lang="fr-FR" sz="2200" b="1" dirty="0" err="1">
                <a:latin typeface="Helvetica" panose="020B0604020202020204" pitchFamily="34" charset="0"/>
                <a:cs typeface="Helvetica" panose="020B0604020202020204" pitchFamily="34" charset="0"/>
              </a:rPr>
              <a:t>mux</a:t>
            </a:r>
            <a:r>
              <a:rPr lang="fr-FR" sz="2200" b="1" dirty="0">
                <a:latin typeface="Helvetica" panose="020B0604020202020204" pitchFamily="34" charset="0"/>
                <a:cs typeface="Helvetica" panose="020B0604020202020204" pitchFamily="34" charset="0"/>
              </a:rPr>
              <a:t>/</a:t>
            </a:r>
            <a:r>
              <a:rPr lang="fr-FR" sz="2200" b="1" dirty="0" err="1">
                <a:latin typeface="Helvetica" panose="020B0604020202020204" pitchFamily="34" charset="0"/>
                <a:cs typeface="Helvetica" panose="020B0604020202020204" pitchFamily="34" charset="0"/>
              </a:rPr>
              <a:t>demux</a:t>
            </a:r>
            <a:r>
              <a:rPr lang="fr-FR" sz="2200" b="1" dirty="0">
                <a:latin typeface="Helvetica" panose="020B0604020202020204" pitchFamily="34" charset="0"/>
                <a:cs typeface="Helvetica" panose="020B0604020202020204" pitchFamily="34" charset="0"/>
              </a:rPr>
              <a:t> WDM</a:t>
            </a:r>
            <a:endParaRPr lang="en-US" sz="2200" b="1" dirty="0"/>
          </a:p>
        </p:txBody>
      </p:sp>
    </p:spTree>
    <p:extLst>
      <p:ext uri="{BB962C8B-B14F-4D97-AF65-F5344CB8AC3E}">
        <p14:creationId xmlns:p14="http://schemas.microsoft.com/office/powerpoint/2010/main" val="2887508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13</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647234"/>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2270511"/>
            <a:ext cx="8360229" cy="2800767"/>
          </a:xfrm>
          <a:prstGeom prst="rect">
            <a:avLst/>
          </a:prstGeom>
        </p:spPr>
        <p:txBody>
          <a:bodyPr wrap="square">
            <a:spAutoFit/>
          </a:bodyPr>
          <a:lstStyle/>
          <a:p>
            <a:pPr algn="just"/>
            <a:r>
              <a:rPr lang="en-US" sz="2200" b="1" dirty="0"/>
              <a:t>-The bidirectional WDM allows transmission in both directions but laser and receiver equipment must connect to the appropriate In and Out channel ports.</a:t>
            </a:r>
          </a:p>
          <a:p>
            <a:pPr algn="just"/>
            <a:endParaRPr lang="en-US" sz="2200" b="1" dirty="0"/>
          </a:p>
          <a:p>
            <a:pPr algn="just"/>
            <a:r>
              <a:rPr lang="en-US" sz="2200" b="1" dirty="0">
                <a:solidFill>
                  <a:srgbClr val="0000FF"/>
                </a:solidFill>
              </a:rPr>
              <a:t>-The common port is bidirectional. The units are referred to as Mux/</a:t>
            </a:r>
            <a:r>
              <a:rPr lang="en-US" sz="2200" b="1" dirty="0" err="1">
                <a:solidFill>
                  <a:srgbClr val="0000FF"/>
                </a:solidFill>
              </a:rPr>
              <a:t>Demux</a:t>
            </a:r>
            <a:r>
              <a:rPr lang="en-US" sz="2200" b="1" dirty="0">
                <a:solidFill>
                  <a:srgbClr val="0000FF"/>
                </a:solidFill>
              </a:rPr>
              <a:t> East and Mux/</a:t>
            </a:r>
            <a:r>
              <a:rPr lang="en-US" sz="2200" b="1" dirty="0" err="1">
                <a:solidFill>
                  <a:srgbClr val="0000FF"/>
                </a:solidFill>
              </a:rPr>
              <a:t>Demux</a:t>
            </a:r>
            <a:r>
              <a:rPr lang="en-US" sz="2200" b="1" dirty="0">
                <a:solidFill>
                  <a:srgbClr val="0000FF"/>
                </a:solidFill>
              </a:rPr>
              <a:t> West. </a:t>
            </a:r>
          </a:p>
          <a:p>
            <a:pPr marL="342900" indent="-342900" algn="just">
              <a:buFontTx/>
              <a:buChar char="-"/>
            </a:pPr>
            <a:endParaRPr lang="en-US" sz="2200" b="1" dirty="0"/>
          </a:p>
          <a:p>
            <a:pPr algn="just"/>
            <a:r>
              <a:rPr lang="en-US" sz="2200" b="1" dirty="0"/>
              <a:t>-Bidirectional WDM positions are not interchangeable</a:t>
            </a:r>
            <a:endParaRPr lang="en-US" sz="2200" b="1" dirty="0">
              <a:latin typeface="Palatino-Roman"/>
            </a:endParaRPr>
          </a:p>
        </p:txBody>
      </p:sp>
      <p:sp>
        <p:nvSpPr>
          <p:cNvPr id="7" name="Rectangle 6">
            <a:extLst>
              <a:ext uri="{FF2B5EF4-FFF2-40B4-BE49-F238E27FC236}">
                <a16:creationId xmlns:a16="http://schemas.microsoft.com/office/drawing/2014/main" id="{E1364B7F-69F0-430D-9BD1-77A0432ADFD9}"/>
              </a:ext>
            </a:extLst>
          </p:cNvPr>
          <p:cNvSpPr/>
          <p:nvPr/>
        </p:nvSpPr>
        <p:spPr>
          <a:xfrm>
            <a:off x="876963" y="1347804"/>
            <a:ext cx="2584362" cy="461665"/>
          </a:xfrm>
          <a:prstGeom prst="rect">
            <a:avLst/>
          </a:prstGeom>
        </p:spPr>
        <p:txBody>
          <a:bodyPr wrap="none">
            <a:spAutoFit/>
          </a:bodyPr>
          <a:lstStyle/>
          <a:p>
            <a:pPr algn="just"/>
            <a:r>
              <a:rPr lang="en-US" sz="2400" b="1" dirty="0">
                <a:solidFill>
                  <a:srgbClr val="FF0000"/>
                </a:solidFill>
              </a:rPr>
              <a:t>2-Bidirectional</a:t>
            </a:r>
          </a:p>
        </p:txBody>
      </p:sp>
    </p:spTree>
    <p:extLst>
      <p:ext uri="{BB962C8B-B14F-4D97-AF65-F5344CB8AC3E}">
        <p14:creationId xmlns:p14="http://schemas.microsoft.com/office/powerpoint/2010/main" val="1649109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14</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5" name="Rectangle 4">
            <a:extLst>
              <a:ext uri="{FF2B5EF4-FFF2-40B4-BE49-F238E27FC236}">
                <a16:creationId xmlns:a16="http://schemas.microsoft.com/office/drawing/2014/main" id="{08AA1738-6A6F-4645-B2F4-9C14B48C7C98}"/>
              </a:ext>
            </a:extLst>
          </p:cNvPr>
          <p:cNvSpPr/>
          <p:nvPr/>
        </p:nvSpPr>
        <p:spPr>
          <a:xfrm>
            <a:off x="892219" y="1087330"/>
            <a:ext cx="2584362" cy="461665"/>
          </a:xfrm>
          <a:prstGeom prst="rect">
            <a:avLst/>
          </a:prstGeom>
        </p:spPr>
        <p:txBody>
          <a:bodyPr wrap="none">
            <a:spAutoFit/>
          </a:bodyPr>
          <a:lstStyle/>
          <a:p>
            <a:pPr algn="just"/>
            <a:r>
              <a:rPr lang="en-US" sz="2400" b="1" dirty="0">
                <a:solidFill>
                  <a:srgbClr val="FF0000"/>
                </a:solidFill>
              </a:rPr>
              <a:t>2-Bidirectional</a:t>
            </a:r>
          </a:p>
        </p:txBody>
      </p:sp>
      <p:pic>
        <p:nvPicPr>
          <p:cNvPr id="6" name="Picture 5">
            <a:extLst>
              <a:ext uri="{FF2B5EF4-FFF2-40B4-BE49-F238E27FC236}">
                <a16:creationId xmlns:a16="http://schemas.microsoft.com/office/drawing/2014/main" id="{2043A427-4020-4216-AD57-5C07C69A0C8A}"/>
              </a:ext>
            </a:extLst>
          </p:cNvPr>
          <p:cNvPicPr>
            <a:picLocks noChangeAspect="1"/>
          </p:cNvPicPr>
          <p:nvPr/>
        </p:nvPicPr>
        <p:blipFill>
          <a:blip r:embed="rId2"/>
          <a:stretch>
            <a:fillRect/>
          </a:stretch>
        </p:blipFill>
        <p:spPr>
          <a:xfrm>
            <a:off x="427192" y="2372423"/>
            <a:ext cx="8124324" cy="2540552"/>
          </a:xfrm>
          <a:prstGeom prst="rect">
            <a:avLst/>
          </a:prstGeom>
        </p:spPr>
      </p:pic>
      <p:sp>
        <p:nvSpPr>
          <p:cNvPr id="8" name="Rectangle 7">
            <a:extLst>
              <a:ext uri="{FF2B5EF4-FFF2-40B4-BE49-F238E27FC236}">
                <a16:creationId xmlns:a16="http://schemas.microsoft.com/office/drawing/2014/main" id="{24909A91-0223-462A-81E2-8602F63CF538}"/>
              </a:ext>
            </a:extLst>
          </p:cNvPr>
          <p:cNvSpPr/>
          <p:nvPr/>
        </p:nvSpPr>
        <p:spPr>
          <a:xfrm>
            <a:off x="3145266" y="5549384"/>
            <a:ext cx="3063659" cy="430887"/>
          </a:xfrm>
          <a:prstGeom prst="rect">
            <a:avLst/>
          </a:prstGeom>
        </p:spPr>
        <p:txBody>
          <a:bodyPr wrap="none">
            <a:spAutoFit/>
          </a:bodyPr>
          <a:lstStyle/>
          <a:p>
            <a:r>
              <a:rPr lang="en-US" sz="2200" b="1" dirty="0">
                <a:latin typeface="Helvetica" panose="020B0604020202020204" pitchFamily="34" charset="0"/>
                <a:cs typeface="Helvetica" panose="020B0604020202020204" pitchFamily="34" charset="0"/>
              </a:rPr>
              <a:t>Bidirectional 4</a:t>
            </a:r>
            <a:r>
              <a:rPr lang="en-US" sz="2200" b="1" dirty="0">
                <a:latin typeface="Symbol" panose="05050102010706020507" pitchFamily="18" charset="2"/>
                <a:cs typeface="Helvetica" panose="020B0604020202020204" pitchFamily="34" charset="0"/>
              </a:rPr>
              <a:t>l</a:t>
            </a:r>
            <a:r>
              <a:rPr lang="el-GR" sz="2200" b="1" dirty="0">
                <a:latin typeface="Symbol" panose="05050102010706020507" pitchFamily="18" charset="2"/>
                <a:cs typeface="Helvetica" panose="020B0604020202020204" pitchFamily="34" charset="0"/>
              </a:rPr>
              <a:t> </a:t>
            </a:r>
            <a:r>
              <a:rPr lang="en-US" sz="2200" b="1" dirty="0">
                <a:latin typeface="Helvetica" panose="020B0604020202020204" pitchFamily="34" charset="0"/>
                <a:cs typeface="Helvetica" panose="020B0604020202020204" pitchFamily="34" charset="0"/>
              </a:rPr>
              <a:t>WDM</a:t>
            </a:r>
            <a:endParaRPr lang="en-US" sz="2200" b="1" dirty="0"/>
          </a:p>
        </p:txBody>
      </p:sp>
    </p:spTree>
    <p:extLst>
      <p:ext uri="{BB962C8B-B14F-4D97-AF65-F5344CB8AC3E}">
        <p14:creationId xmlns:p14="http://schemas.microsoft.com/office/powerpoint/2010/main" val="3111556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15</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953422"/>
            <a:ext cx="8360229" cy="3139321"/>
          </a:xfrm>
          <a:prstGeom prst="rect">
            <a:avLst/>
          </a:prstGeom>
        </p:spPr>
        <p:txBody>
          <a:bodyPr wrap="square">
            <a:spAutoFit/>
          </a:bodyPr>
          <a:lstStyle/>
          <a:p>
            <a:pPr algn="just"/>
            <a:r>
              <a:rPr lang="en-US" sz="2200" b="1" dirty="0"/>
              <a:t>-The universal WDM allows transmission in both directions on any channel ports and on the common port. </a:t>
            </a:r>
          </a:p>
          <a:p>
            <a:pPr algn="just"/>
            <a:endParaRPr lang="en-US" sz="2200" b="1" dirty="0"/>
          </a:p>
          <a:p>
            <a:pPr algn="just"/>
            <a:r>
              <a:rPr lang="en-US" sz="2200" b="1" dirty="0">
                <a:solidFill>
                  <a:srgbClr val="0000FF"/>
                </a:solidFill>
              </a:rPr>
              <a:t>-The units can operate as both mux or </a:t>
            </a:r>
            <a:r>
              <a:rPr lang="en-US" sz="2200" b="1" dirty="0" err="1">
                <a:solidFill>
                  <a:srgbClr val="0000FF"/>
                </a:solidFill>
              </a:rPr>
              <a:t>demux</a:t>
            </a:r>
            <a:r>
              <a:rPr lang="en-US" sz="2200" b="1" dirty="0">
                <a:solidFill>
                  <a:srgbClr val="0000FF"/>
                </a:solidFill>
              </a:rPr>
              <a:t> and can be used at either end of the fiber link. This is a convenient feature that reduces complexity during design, ordering, and installation.</a:t>
            </a:r>
          </a:p>
          <a:p>
            <a:pPr algn="just"/>
            <a:endParaRPr lang="en-US" sz="2200" b="1" dirty="0"/>
          </a:p>
        </p:txBody>
      </p:sp>
      <p:sp>
        <p:nvSpPr>
          <p:cNvPr id="8" name="Rectangle 7">
            <a:extLst>
              <a:ext uri="{FF2B5EF4-FFF2-40B4-BE49-F238E27FC236}">
                <a16:creationId xmlns:a16="http://schemas.microsoft.com/office/drawing/2014/main" id="{6CA19110-07E4-4B1F-A57F-F226DA1459FE}"/>
              </a:ext>
            </a:extLst>
          </p:cNvPr>
          <p:cNvSpPr/>
          <p:nvPr/>
        </p:nvSpPr>
        <p:spPr>
          <a:xfrm>
            <a:off x="1103227" y="1084762"/>
            <a:ext cx="2020105" cy="461665"/>
          </a:xfrm>
          <a:prstGeom prst="rect">
            <a:avLst/>
          </a:prstGeom>
        </p:spPr>
        <p:txBody>
          <a:bodyPr wrap="none">
            <a:spAutoFit/>
          </a:bodyPr>
          <a:lstStyle/>
          <a:p>
            <a:pPr algn="just"/>
            <a:r>
              <a:rPr lang="en-US" sz="2400" b="1" dirty="0">
                <a:solidFill>
                  <a:srgbClr val="FF0000"/>
                </a:solidFill>
              </a:rPr>
              <a:t>3-Universal</a:t>
            </a:r>
          </a:p>
        </p:txBody>
      </p:sp>
    </p:spTree>
    <p:extLst>
      <p:ext uri="{BB962C8B-B14F-4D97-AF65-F5344CB8AC3E}">
        <p14:creationId xmlns:p14="http://schemas.microsoft.com/office/powerpoint/2010/main" val="167600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16</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607982"/>
            <a:ext cx="8360229" cy="3477875"/>
          </a:xfrm>
          <a:prstGeom prst="rect">
            <a:avLst/>
          </a:prstGeom>
        </p:spPr>
        <p:txBody>
          <a:bodyPr wrap="square">
            <a:spAutoFit/>
          </a:bodyPr>
          <a:lstStyle/>
          <a:p>
            <a:pPr algn="just"/>
            <a:endParaRPr lang="en-US" sz="2200" b="1" dirty="0"/>
          </a:p>
          <a:p>
            <a:pPr algn="just"/>
            <a:r>
              <a:rPr lang="en-US" sz="2200" b="1" dirty="0"/>
              <a:t>-It can be used at either end of the link. Although these units can be used in one-fiber links, they are typically used in two-fiber links.</a:t>
            </a:r>
          </a:p>
          <a:p>
            <a:pPr algn="just"/>
            <a:endParaRPr lang="en-US" sz="2200" b="1" dirty="0"/>
          </a:p>
          <a:p>
            <a:pPr algn="just"/>
            <a:r>
              <a:rPr lang="en-US" sz="2200" b="1" dirty="0">
                <a:solidFill>
                  <a:srgbClr val="0000FF"/>
                </a:solidFill>
              </a:rPr>
              <a:t>-Optical amplifiers cannot be used for single-fiber bidirectional WDM transmission systems because most amplifiers are unidirectional. Therefore, for long-haul single-fiber applications, unidirectional WDMs need to be used.</a:t>
            </a:r>
            <a:endParaRPr lang="en-US" sz="2200" b="1" dirty="0">
              <a:solidFill>
                <a:srgbClr val="0000FF"/>
              </a:solidFill>
              <a:latin typeface="Palatino-Roman"/>
            </a:endParaRPr>
          </a:p>
        </p:txBody>
      </p:sp>
      <p:sp>
        <p:nvSpPr>
          <p:cNvPr id="8" name="Rectangle 7">
            <a:extLst>
              <a:ext uri="{FF2B5EF4-FFF2-40B4-BE49-F238E27FC236}">
                <a16:creationId xmlns:a16="http://schemas.microsoft.com/office/drawing/2014/main" id="{6CA19110-07E4-4B1F-A57F-F226DA1459FE}"/>
              </a:ext>
            </a:extLst>
          </p:cNvPr>
          <p:cNvSpPr/>
          <p:nvPr/>
        </p:nvSpPr>
        <p:spPr>
          <a:xfrm>
            <a:off x="1103227" y="1084762"/>
            <a:ext cx="2020105" cy="461665"/>
          </a:xfrm>
          <a:prstGeom prst="rect">
            <a:avLst/>
          </a:prstGeom>
        </p:spPr>
        <p:txBody>
          <a:bodyPr wrap="none">
            <a:spAutoFit/>
          </a:bodyPr>
          <a:lstStyle/>
          <a:p>
            <a:pPr algn="just"/>
            <a:r>
              <a:rPr lang="en-US" sz="2400" b="1" dirty="0">
                <a:solidFill>
                  <a:srgbClr val="FF0000"/>
                </a:solidFill>
              </a:rPr>
              <a:t>3-Universal</a:t>
            </a:r>
          </a:p>
        </p:txBody>
      </p:sp>
    </p:spTree>
    <p:extLst>
      <p:ext uri="{BB962C8B-B14F-4D97-AF65-F5344CB8AC3E}">
        <p14:creationId xmlns:p14="http://schemas.microsoft.com/office/powerpoint/2010/main" val="2368238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17</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5" name="Rectangle 4">
            <a:extLst>
              <a:ext uri="{FF2B5EF4-FFF2-40B4-BE49-F238E27FC236}">
                <a16:creationId xmlns:a16="http://schemas.microsoft.com/office/drawing/2014/main" id="{08AA1738-6A6F-4645-B2F4-9C14B48C7C98}"/>
              </a:ext>
            </a:extLst>
          </p:cNvPr>
          <p:cNvSpPr/>
          <p:nvPr/>
        </p:nvSpPr>
        <p:spPr>
          <a:xfrm>
            <a:off x="1174347" y="1087330"/>
            <a:ext cx="2020105" cy="461665"/>
          </a:xfrm>
          <a:prstGeom prst="rect">
            <a:avLst/>
          </a:prstGeom>
        </p:spPr>
        <p:txBody>
          <a:bodyPr wrap="none">
            <a:spAutoFit/>
          </a:bodyPr>
          <a:lstStyle/>
          <a:p>
            <a:pPr algn="just"/>
            <a:r>
              <a:rPr lang="en-US" sz="2400" b="1" dirty="0">
                <a:solidFill>
                  <a:srgbClr val="FF0000"/>
                </a:solidFill>
              </a:rPr>
              <a:t>3-Universal</a:t>
            </a:r>
          </a:p>
        </p:txBody>
      </p:sp>
      <p:pic>
        <p:nvPicPr>
          <p:cNvPr id="7" name="Picture 6">
            <a:extLst>
              <a:ext uri="{FF2B5EF4-FFF2-40B4-BE49-F238E27FC236}">
                <a16:creationId xmlns:a16="http://schemas.microsoft.com/office/drawing/2014/main" id="{203B05D5-344E-4C7A-B917-6BD7D84310E1}"/>
              </a:ext>
            </a:extLst>
          </p:cNvPr>
          <p:cNvPicPr>
            <a:picLocks noChangeAspect="1"/>
          </p:cNvPicPr>
          <p:nvPr/>
        </p:nvPicPr>
        <p:blipFill>
          <a:blip r:embed="rId2"/>
          <a:stretch>
            <a:fillRect/>
          </a:stretch>
        </p:blipFill>
        <p:spPr>
          <a:xfrm>
            <a:off x="615090" y="2006600"/>
            <a:ext cx="7913818" cy="2844800"/>
          </a:xfrm>
          <a:prstGeom prst="rect">
            <a:avLst/>
          </a:prstGeom>
        </p:spPr>
      </p:pic>
      <p:sp>
        <p:nvSpPr>
          <p:cNvPr id="8" name="Rectangle 7">
            <a:extLst>
              <a:ext uri="{FF2B5EF4-FFF2-40B4-BE49-F238E27FC236}">
                <a16:creationId xmlns:a16="http://schemas.microsoft.com/office/drawing/2014/main" id="{ACFEF41B-5DAC-4FEB-81EA-452C1973D149}"/>
              </a:ext>
            </a:extLst>
          </p:cNvPr>
          <p:cNvSpPr/>
          <p:nvPr/>
        </p:nvSpPr>
        <p:spPr>
          <a:xfrm>
            <a:off x="3363862" y="5549384"/>
            <a:ext cx="2642070" cy="430887"/>
          </a:xfrm>
          <a:prstGeom prst="rect">
            <a:avLst/>
          </a:prstGeom>
        </p:spPr>
        <p:txBody>
          <a:bodyPr wrap="none">
            <a:spAutoFit/>
          </a:bodyPr>
          <a:lstStyle/>
          <a:p>
            <a:r>
              <a:rPr lang="en-US" sz="2200" b="1" dirty="0">
                <a:latin typeface="Helvetica" panose="020B0604020202020204" pitchFamily="34" charset="0"/>
                <a:cs typeface="Helvetica" panose="020B0604020202020204" pitchFamily="34" charset="0"/>
              </a:rPr>
              <a:t>Universal 4</a:t>
            </a:r>
            <a:r>
              <a:rPr lang="el-GR" sz="2200" b="1" dirty="0">
                <a:latin typeface="+mj-lt"/>
                <a:cs typeface="Helvetica" panose="020B0604020202020204" pitchFamily="34" charset="0"/>
              </a:rPr>
              <a:t>λ</a:t>
            </a:r>
            <a:r>
              <a:rPr lang="el-GR" sz="2200" b="1" dirty="0">
                <a:latin typeface="Symbol" panose="05050102010706020507" pitchFamily="18" charset="2"/>
                <a:cs typeface="Helvetica" panose="020B0604020202020204" pitchFamily="34" charset="0"/>
              </a:rPr>
              <a:t> </a:t>
            </a:r>
            <a:r>
              <a:rPr lang="en-US" sz="2200" b="1" dirty="0">
                <a:latin typeface="Helvetica" panose="020B0604020202020204" pitchFamily="34" charset="0"/>
                <a:cs typeface="Helvetica" panose="020B0604020202020204" pitchFamily="34" charset="0"/>
              </a:rPr>
              <a:t>WDM</a:t>
            </a:r>
            <a:endParaRPr lang="en-US" sz="2200" b="1" dirty="0"/>
          </a:p>
        </p:txBody>
      </p:sp>
    </p:spTree>
    <p:extLst>
      <p:ext uri="{BB962C8B-B14F-4D97-AF65-F5344CB8AC3E}">
        <p14:creationId xmlns:p14="http://schemas.microsoft.com/office/powerpoint/2010/main" val="687030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18</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607982"/>
            <a:ext cx="8360229" cy="3816429"/>
          </a:xfrm>
          <a:prstGeom prst="rect">
            <a:avLst/>
          </a:prstGeom>
        </p:spPr>
        <p:txBody>
          <a:bodyPr wrap="square">
            <a:spAutoFit/>
          </a:bodyPr>
          <a:lstStyle/>
          <a:p>
            <a:pPr algn="just"/>
            <a:r>
              <a:rPr lang="en-US" sz="2200" b="1" dirty="0"/>
              <a:t>-The total number of bidirectional transmission channels depends on the number of channels the WDM can multiplex and the number of fibers that will be used in the transmission link. </a:t>
            </a:r>
          </a:p>
          <a:p>
            <a:pPr algn="just"/>
            <a:endParaRPr lang="en-US" sz="2200" b="1" dirty="0"/>
          </a:p>
          <a:p>
            <a:pPr algn="just"/>
            <a:r>
              <a:rPr lang="en-US" sz="2200" b="1" dirty="0">
                <a:solidFill>
                  <a:srgbClr val="0000FF"/>
                </a:solidFill>
              </a:rPr>
              <a:t>If </a:t>
            </a:r>
            <a:r>
              <a:rPr lang="en-US" sz="2200" b="1" u="sng" dirty="0">
                <a:solidFill>
                  <a:srgbClr val="0000FF"/>
                </a:solidFill>
              </a:rPr>
              <a:t>one fiber is used</a:t>
            </a:r>
            <a:r>
              <a:rPr lang="en-US" sz="2200" b="1" dirty="0">
                <a:solidFill>
                  <a:srgbClr val="0000FF"/>
                </a:solidFill>
              </a:rPr>
              <a:t>, then the total number of transmission channels is half of the total number of the WDM’s channels (assuming full duplex communication).</a:t>
            </a:r>
          </a:p>
          <a:p>
            <a:pPr algn="just"/>
            <a:endParaRPr lang="en-US" sz="2200" b="1" dirty="0">
              <a:solidFill>
                <a:srgbClr val="0000FF"/>
              </a:solidFill>
            </a:endParaRPr>
          </a:p>
          <a:p>
            <a:pPr algn="just"/>
            <a:r>
              <a:rPr lang="en-US" sz="2200" b="1" dirty="0"/>
              <a:t>If </a:t>
            </a:r>
            <a:r>
              <a:rPr lang="en-US" sz="2200" b="1" u="sng" dirty="0"/>
              <a:t>two fibers are used</a:t>
            </a:r>
            <a:r>
              <a:rPr lang="en-US" sz="2200" b="1" dirty="0"/>
              <a:t>, the number of channels equals the number of WDM channels. </a:t>
            </a:r>
            <a:endParaRPr lang="en-US" sz="2200" b="1" dirty="0">
              <a:solidFill>
                <a:srgbClr val="0000FF"/>
              </a:solidFill>
            </a:endParaRPr>
          </a:p>
        </p:txBody>
      </p:sp>
    </p:spTree>
    <p:extLst>
      <p:ext uri="{BB962C8B-B14F-4D97-AF65-F5344CB8AC3E}">
        <p14:creationId xmlns:p14="http://schemas.microsoft.com/office/powerpoint/2010/main" val="3766465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19</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308282"/>
            <a:ext cx="8360229" cy="5170646"/>
          </a:xfrm>
          <a:prstGeom prst="rect">
            <a:avLst/>
          </a:prstGeom>
        </p:spPr>
        <p:txBody>
          <a:bodyPr wrap="square">
            <a:spAutoFit/>
          </a:bodyPr>
          <a:lstStyle/>
          <a:p>
            <a:pPr algn="just"/>
            <a:r>
              <a:rPr lang="en-US" sz="2200" b="1" dirty="0"/>
              <a:t>For full duplex (bidirectional) communication, two simultaneous transmission paths are required, one in each direction. </a:t>
            </a:r>
          </a:p>
          <a:p>
            <a:pPr algn="just"/>
            <a:endParaRPr lang="en-US" sz="2200" b="1" dirty="0"/>
          </a:p>
          <a:p>
            <a:pPr algn="just"/>
            <a:r>
              <a:rPr lang="en-US" sz="2200" b="1" dirty="0">
                <a:solidFill>
                  <a:srgbClr val="0000FF"/>
                </a:solidFill>
              </a:rPr>
              <a:t>If two fibers are used in a link, then each fiber is designated a transmission direction and the two fibers are referred to as the transmit fiber and receive fiber. </a:t>
            </a:r>
          </a:p>
          <a:p>
            <a:pPr algn="just"/>
            <a:endParaRPr lang="en-US" sz="2200" b="1" dirty="0">
              <a:solidFill>
                <a:srgbClr val="0000FF"/>
              </a:solidFill>
            </a:endParaRPr>
          </a:p>
          <a:p>
            <a:pPr algn="just"/>
            <a:r>
              <a:rPr lang="en-US" sz="2200" b="1" dirty="0"/>
              <a:t>To accomplish full duplex communication in one fiber, the WDM wavelengths are divided in half to determine the number of transmission channels. Each half represents a transmission direction in the fiber. This is because two unique wavelengths are required in one fiber, one in each direction, for one full duplex channel of communication</a:t>
            </a:r>
          </a:p>
        </p:txBody>
      </p:sp>
    </p:spTree>
    <p:extLst>
      <p:ext uri="{BB962C8B-B14F-4D97-AF65-F5344CB8AC3E}">
        <p14:creationId xmlns:p14="http://schemas.microsoft.com/office/powerpoint/2010/main" val="192650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20</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78506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1531802"/>
            <a:ext cx="8360229" cy="3139321"/>
          </a:xfrm>
          <a:prstGeom prst="rect">
            <a:avLst/>
          </a:prstGeom>
        </p:spPr>
        <p:txBody>
          <a:bodyPr wrap="square">
            <a:spAutoFit/>
          </a:bodyPr>
          <a:lstStyle/>
          <a:p>
            <a:pPr algn="just"/>
            <a:r>
              <a:rPr lang="en-US" sz="2200" b="1" dirty="0"/>
              <a:t>An 8-channel universal WDM can support only four full duplex transmission channels on a one-fiber link. Two of these WDM 8-channel units are required, one at each end of the one-fiber link. </a:t>
            </a:r>
          </a:p>
          <a:p>
            <a:pPr algn="just"/>
            <a:endParaRPr lang="en-US" sz="2200" b="1" dirty="0"/>
          </a:p>
          <a:p>
            <a:pPr algn="just"/>
            <a:r>
              <a:rPr lang="en-US" sz="2200" b="1" dirty="0">
                <a:solidFill>
                  <a:srgbClr val="0000FF"/>
                </a:solidFill>
              </a:rPr>
              <a:t>However, if the same 8-channel universal DWDM is used in a two-fiber link, then it will support eight full duplex transmission channels and four WDM units are required for the link</a:t>
            </a:r>
          </a:p>
        </p:txBody>
      </p:sp>
    </p:spTree>
    <p:extLst>
      <p:ext uri="{BB962C8B-B14F-4D97-AF65-F5344CB8AC3E}">
        <p14:creationId xmlns:p14="http://schemas.microsoft.com/office/powerpoint/2010/main" val="402011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21</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31453"/>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pic>
        <p:nvPicPr>
          <p:cNvPr id="6" name="Picture 5">
            <a:extLst>
              <a:ext uri="{FF2B5EF4-FFF2-40B4-BE49-F238E27FC236}">
                <a16:creationId xmlns:a16="http://schemas.microsoft.com/office/drawing/2014/main" id="{2FDB11B1-8DC1-4D2C-AD0D-EA23CC95A7C9}"/>
              </a:ext>
            </a:extLst>
          </p:cNvPr>
          <p:cNvPicPr>
            <a:picLocks noChangeAspect="1"/>
          </p:cNvPicPr>
          <p:nvPr/>
        </p:nvPicPr>
        <p:blipFill>
          <a:blip r:embed="rId2"/>
          <a:stretch>
            <a:fillRect/>
          </a:stretch>
        </p:blipFill>
        <p:spPr>
          <a:xfrm>
            <a:off x="680720" y="1168401"/>
            <a:ext cx="7448867" cy="4795520"/>
          </a:xfrm>
          <a:prstGeom prst="rect">
            <a:avLst/>
          </a:prstGeom>
        </p:spPr>
      </p:pic>
      <p:sp>
        <p:nvSpPr>
          <p:cNvPr id="9" name="Rectangle 8">
            <a:extLst>
              <a:ext uri="{FF2B5EF4-FFF2-40B4-BE49-F238E27FC236}">
                <a16:creationId xmlns:a16="http://schemas.microsoft.com/office/drawing/2014/main" id="{D3EE414B-F2EF-4717-B177-B341C4328C43}"/>
              </a:ext>
            </a:extLst>
          </p:cNvPr>
          <p:cNvSpPr/>
          <p:nvPr/>
        </p:nvSpPr>
        <p:spPr>
          <a:xfrm>
            <a:off x="2087528" y="6224271"/>
            <a:ext cx="4613764" cy="430887"/>
          </a:xfrm>
          <a:prstGeom prst="rect">
            <a:avLst/>
          </a:prstGeom>
        </p:spPr>
        <p:txBody>
          <a:bodyPr wrap="none">
            <a:spAutoFit/>
          </a:bodyPr>
          <a:lstStyle/>
          <a:p>
            <a:r>
              <a:rPr lang="en-US" sz="2200" b="1" dirty="0">
                <a:solidFill>
                  <a:srgbClr val="231F20"/>
                </a:solidFill>
                <a:latin typeface="Helvetica" panose="020B0604020202020204" pitchFamily="34" charset="0"/>
                <a:cs typeface="Helvetica" panose="020B0604020202020204" pitchFamily="34" charset="0"/>
              </a:rPr>
              <a:t>8-channel two-fiber WDM system</a:t>
            </a:r>
            <a:endParaRPr lang="en-US" sz="2200" b="1" dirty="0"/>
          </a:p>
        </p:txBody>
      </p:sp>
    </p:spTree>
    <p:extLst>
      <p:ext uri="{BB962C8B-B14F-4D97-AF65-F5344CB8AC3E}">
        <p14:creationId xmlns:p14="http://schemas.microsoft.com/office/powerpoint/2010/main" val="488505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22</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383360" y="660455"/>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pic>
        <p:nvPicPr>
          <p:cNvPr id="6" name="Picture 5">
            <a:extLst>
              <a:ext uri="{FF2B5EF4-FFF2-40B4-BE49-F238E27FC236}">
                <a16:creationId xmlns:a16="http://schemas.microsoft.com/office/drawing/2014/main" id="{C2990001-580C-454A-ACB5-DC4363B44C3A}"/>
              </a:ext>
            </a:extLst>
          </p:cNvPr>
          <p:cNvPicPr>
            <a:picLocks noChangeAspect="1"/>
          </p:cNvPicPr>
          <p:nvPr/>
        </p:nvPicPr>
        <p:blipFill>
          <a:blip r:embed="rId2"/>
          <a:stretch>
            <a:fillRect/>
          </a:stretch>
        </p:blipFill>
        <p:spPr>
          <a:xfrm>
            <a:off x="876962" y="1593316"/>
            <a:ext cx="7390073" cy="3108960"/>
          </a:xfrm>
          <a:prstGeom prst="rect">
            <a:avLst/>
          </a:prstGeom>
        </p:spPr>
      </p:pic>
      <p:sp>
        <p:nvSpPr>
          <p:cNvPr id="9" name="Rectangle 8">
            <a:extLst>
              <a:ext uri="{FF2B5EF4-FFF2-40B4-BE49-F238E27FC236}">
                <a16:creationId xmlns:a16="http://schemas.microsoft.com/office/drawing/2014/main" id="{5610BEEB-B5CD-47C9-B640-94F48DBA1AFF}"/>
              </a:ext>
            </a:extLst>
          </p:cNvPr>
          <p:cNvSpPr/>
          <p:nvPr/>
        </p:nvSpPr>
        <p:spPr>
          <a:xfrm>
            <a:off x="2100007" y="5324409"/>
            <a:ext cx="4943982" cy="430887"/>
          </a:xfrm>
          <a:prstGeom prst="rect">
            <a:avLst/>
          </a:prstGeom>
        </p:spPr>
        <p:txBody>
          <a:bodyPr wrap="none">
            <a:spAutoFit/>
          </a:bodyPr>
          <a:lstStyle/>
          <a:p>
            <a:r>
              <a:rPr lang="en-US" sz="2200" b="1" dirty="0">
                <a:solidFill>
                  <a:srgbClr val="231F20"/>
                </a:solidFill>
                <a:latin typeface="Helvetica" panose="020B0604020202020204" pitchFamily="34" charset="0"/>
                <a:cs typeface="Helvetica" panose="020B0604020202020204" pitchFamily="34" charset="0"/>
              </a:rPr>
              <a:t>4-channel single-fiber WDM system</a:t>
            </a:r>
            <a:endParaRPr lang="en-US" sz="2200" b="1" dirty="0"/>
          </a:p>
        </p:txBody>
      </p:sp>
    </p:spTree>
    <p:extLst>
      <p:ext uri="{BB962C8B-B14F-4D97-AF65-F5344CB8AC3E}">
        <p14:creationId xmlns:p14="http://schemas.microsoft.com/office/powerpoint/2010/main" val="415821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23</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72249"/>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126547" y="1490951"/>
            <a:ext cx="8360229" cy="4832092"/>
          </a:xfrm>
          <a:prstGeom prst="rect">
            <a:avLst/>
          </a:prstGeom>
        </p:spPr>
        <p:txBody>
          <a:bodyPr wrap="square">
            <a:spAutoFit/>
          </a:bodyPr>
          <a:lstStyle/>
          <a:p>
            <a:pPr algn="just"/>
            <a:r>
              <a:rPr lang="en-US" sz="2200" b="1" dirty="0"/>
              <a:t>The OADM is a multiplexer that is designed to drop (and/or add) specific WDM channels in the middle of a fiber link. All other WDM channels pass through the unit. </a:t>
            </a:r>
          </a:p>
          <a:p>
            <a:pPr algn="just"/>
            <a:endParaRPr lang="en-US" sz="2200" b="1" dirty="0"/>
          </a:p>
          <a:p>
            <a:pPr algn="just"/>
            <a:r>
              <a:rPr lang="en-US" sz="2200" b="1" dirty="0">
                <a:solidFill>
                  <a:srgbClr val="0000FF"/>
                </a:solidFill>
              </a:rPr>
              <a:t>The OADM has two common fiber ports, In and Out, for single-fiber OADM and four common fiber ports, In East, Out East, In West, and Out West for a two-fiber OADM, as well as drop ports. </a:t>
            </a:r>
          </a:p>
          <a:p>
            <a:pPr algn="just"/>
            <a:endParaRPr lang="en-US" sz="2200" b="1" dirty="0"/>
          </a:p>
          <a:p>
            <a:pPr algn="just"/>
            <a:r>
              <a:rPr lang="en-US" sz="2200" b="1" dirty="0"/>
              <a:t>OADM function can also be accomplished with back to back WDMs; however, the through channels loss will be much higher. An OADM is also typically less pricey than back to back WDMs, thereby reducing equipment costs.</a:t>
            </a:r>
            <a:endParaRPr lang="en-US" sz="2200" b="1" dirty="0">
              <a:solidFill>
                <a:srgbClr val="0000FF"/>
              </a:solidFill>
              <a:latin typeface="Palatino-Roman"/>
            </a:endParaRPr>
          </a:p>
        </p:txBody>
      </p:sp>
      <p:sp>
        <p:nvSpPr>
          <p:cNvPr id="8" name="Rectangle 7">
            <a:extLst>
              <a:ext uri="{FF2B5EF4-FFF2-40B4-BE49-F238E27FC236}">
                <a16:creationId xmlns:a16="http://schemas.microsoft.com/office/drawing/2014/main" id="{6CA19110-07E4-4B1F-A57F-F226DA1459FE}"/>
              </a:ext>
            </a:extLst>
          </p:cNvPr>
          <p:cNvSpPr/>
          <p:nvPr/>
        </p:nvSpPr>
        <p:spPr>
          <a:xfrm>
            <a:off x="484960" y="967731"/>
            <a:ext cx="6510115" cy="461665"/>
          </a:xfrm>
          <a:prstGeom prst="rect">
            <a:avLst/>
          </a:prstGeom>
        </p:spPr>
        <p:txBody>
          <a:bodyPr wrap="none">
            <a:spAutoFit/>
          </a:bodyPr>
          <a:lstStyle/>
          <a:p>
            <a:pPr algn="just"/>
            <a:r>
              <a:rPr lang="en-US" sz="2400" b="1" dirty="0">
                <a:solidFill>
                  <a:srgbClr val="FF0000"/>
                </a:solidFill>
              </a:rPr>
              <a:t>4-Optical add/drop multiplexer (OADM)</a:t>
            </a:r>
          </a:p>
        </p:txBody>
      </p:sp>
    </p:spTree>
    <p:extLst>
      <p:ext uri="{BB962C8B-B14F-4D97-AF65-F5344CB8AC3E}">
        <p14:creationId xmlns:p14="http://schemas.microsoft.com/office/powerpoint/2010/main" val="1490017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24</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472249"/>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10" name="Rectangle 9">
            <a:extLst>
              <a:ext uri="{FF2B5EF4-FFF2-40B4-BE49-F238E27FC236}">
                <a16:creationId xmlns:a16="http://schemas.microsoft.com/office/drawing/2014/main" id="{40FC04D4-607B-48C6-8AD2-0D7CE25E5BF6}"/>
              </a:ext>
            </a:extLst>
          </p:cNvPr>
          <p:cNvSpPr/>
          <p:nvPr/>
        </p:nvSpPr>
        <p:spPr>
          <a:xfrm>
            <a:off x="230960" y="2243634"/>
            <a:ext cx="8360229" cy="2123658"/>
          </a:xfrm>
          <a:prstGeom prst="rect">
            <a:avLst/>
          </a:prstGeom>
        </p:spPr>
        <p:txBody>
          <a:bodyPr wrap="square">
            <a:spAutoFit/>
          </a:bodyPr>
          <a:lstStyle/>
          <a:p>
            <a:pPr algn="just"/>
            <a:r>
              <a:rPr lang="en-US" sz="2200" b="1" dirty="0"/>
              <a:t>OADMs must match the WDM specifications of channel spacing and assignments in the link where they will be used. CWDM OADMs are deployed in CWDM links, and DWDM OADMs are deployed in DWDM links.</a:t>
            </a:r>
          </a:p>
          <a:p>
            <a:pPr algn="just"/>
            <a:r>
              <a:rPr lang="en-US" sz="2200" b="1" dirty="0"/>
              <a:t>DWDM OADMs must also match DWDM link channel spacing (50, 100, 200 GHz).</a:t>
            </a:r>
            <a:endParaRPr lang="en-US" sz="2200" b="1" dirty="0">
              <a:solidFill>
                <a:srgbClr val="0000FF"/>
              </a:solidFill>
              <a:latin typeface="Palatino-Roman"/>
            </a:endParaRPr>
          </a:p>
        </p:txBody>
      </p:sp>
      <p:sp>
        <p:nvSpPr>
          <p:cNvPr id="8" name="Rectangle 7">
            <a:extLst>
              <a:ext uri="{FF2B5EF4-FFF2-40B4-BE49-F238E27FC236}">
                <a16:creationId xmlns:a16="http://schemas.microsoft.com/office/drawing/2014/main" id="{6CA19110-07E4-4B1F-A57F-F226DA1459FE}"/>
              </a:ext>
            </a:extLst>
          </p:cNvPr>
          <p:cNvSpPr/>
          <p:nvPr/>
        </p:nvSpPr>
        <p:spPr>
          <a:xfrm>
            <a:off x="454480" y="1217182"/>
            <a:ext cx="6510115" cy="461665"/>
          </a:xfrm>
          <a:prstGeom prst="rect">
            <a:avLst/>
          </a:prstGeom>
        </p:spPr>
        <p:txBody>
          <a:bodyPr wrap="none">
            <a:spAutoFit/>
          </a:bodyPr>
          <a:lstStyle/>
          <a:p>
            <a:pPr algn="just"/>
            <a:r>
              <a:rPr lang="en-US" sz="2400" b="1" dirty="0">
                <a:solidFill>
                  <a:srgbClr val="FF0000"/>
                </a:solidFill>
              </a:rPr>
              <a:t>4-Optical add/drop multiplexer (OADM)</a:t>
            </a:r>
          </a:p>
        </p:txBody>
      </p:sp>
    </p:spTree>
    <p:extLst>
      <p:ext uri="{BB962C8B-B14F-4D97-AF65-F5344CB8AC3E}">
        <p14:creationId xmlns:p14="http://schemas.microsoft.com/office/powerpoint/2010/main" val="2944028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25</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8" name="Rectangle 7">
            <a:extLst>
              <a:ext uri="{FF2B5EF4-FFF2-40B4-BE49-F238E27FC236}">
                <a16:creationId xmlns:a16="http://schemas.microsoft.com/office/drawing/2014/main" id="{6CA19110-07E4-4B1F-A57F-F226DA1459FE}"/>
              </a:ext>
            </a:extLst>
          </p:cNvPr>
          <p:cNvSpPr/>
          <p:nvPr/>
        </p:nvSpPr>
        <p:spPr>
          <a:xfrm>
            <a:off x="484960" y="1084762"/>
            <a:ext cx="6510115" cy="461665"/>
          </a:xfrm>
          <a:prstGeom prst="rect">
            <a:avLst/>
          </a:prstGeom>
        </p:spPr>
        <p:txBody>
          <a:bodyPr wrap="none">
            <a:spAutoFit/>
          </a:bodyPr>
          <a:lstStyle/>
          <a:p>
            <a:pPr algn="just"/>
            <a:r>
              <a:rPr lang="en-US" sz="2400" b="1" dirty="0">
                <a:solidFill>
                  <a:srgbClr val="FF0000"/>
                </a:solidFill>
              </a:rPr>
              <a:t>4-Optical add/drop multiplexer (OADM)</a:t>
            </a:r>
          </a:p>
        </p:txBody>
      </p:sp>
      <p:sp>
        <p:nvSpPr>
          <p:cNvPr id="5" name="Rectangle 4">
            <a:extLst>
              <a:ext uri="{FF2B5EF4-FFF2-40B4-BE49-F238E27FC236}">
                <a16:creationId xmlns:a16="http://schemas.microsoft.com/office/drawing/2014/main" id="{64E46B24-7D5A-4720-8EBC-D98B505D5BF1}"/>
              </a:ext>
            </a:extLst>
          </p:cNvPr>
          <p:cNvSpPr/>
          <p:nvPr/>
        </p:nvSpPr>
        <p:spPr>
          <a:xfrm>
            <a:off x="1747691" y="6111792"/>
            <a:ext cx="5715026" cy="430887"/>
          </a:xfrm>
          <a:prstGeom prst="rect">
            <a:avLst/>
          </a:prstGeom>
        </p:spPr>
        <p:txBody>
          <a:bodyPr wrap="none">
            <a:spAutoFit/>
          </a:bodyPr>
          <a:lstStyle/>
          <a:p>
            <a:r>
              <a:rPr lang="en-US" sz="2200" b="1" dirty="0">
                <a:latin typeface="Helvetica" panose="020B0604020202020204" pitchFamily="34" charset="0"/>
                <a:cs typeface="Helvetica" panose="020B0604020202020204" pitchFamily="34" charset="0"/>
              </a:rPr>
              <a:t>OADM dropping channel D east and west</a:t>
            </a:r>
            <a:endParaRPr lang="en-US" sz="2200" b="1" dirty="0"/>
          </a:p>
        </p:txBody>
      </p:sp>
      <p:pic>
        <p:nvPicPr>
          <p:cNvPr id="6" name="Picture 5">
            <a:extLst>
              <a:ext uri="{FF2B5EF4-FFF2-40B4-BE49-F238E27FC236}">
                <a16:creationId xmlns:a16="http://schemas.microsoft.com/office/drawing/2014/main" id="{89B9C549-DB5F-4FF0-A45B-1B6188AB5AD8}"/>
              </a:ext>
            </a:extLst>
          </p:cNvPr>
          <p:cNvPicPr>
            <a:picLocks noChangeAspect="1"/>
          </p:cNvPicPr>
          <p:nvPr/>
        </p:nvPicPr>
        <p:blipFill>
          <a:blip r:embed="rId2"/>
          <a:stretch>
            <a:fillRect/>
          </a:stretch>
        </p:blipFill>
        <p:spPr>
          <a:xfrm>
            <a:off x="473272" y="1930400"/>
            <a:ext cx="7793763" cy="3803650"/>
          </a:xfrm>
          <a:prstGeom prst="rect">
            <a:avLst/>
          </a:prstGeom>
        </p:spPr>
      </p:pic>
    </p:spTree>
    <p:extLst>
      <p:ext uri="{BB962C8B-B14F-4D97-AF65-F5344CB8AC3E}">
        <p14:creationId xmlns:p14="http://schemas.microsoft.com/office/powerpoint/2010/main" val="2779029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381E8E9-AEC6-4333-92D3-BE0B17324249}" type="slidenum">
              <a:rPr lang="ar-EG" smtClean="0"/>
              <a:pPr>
                <a:defRPr/>
              </a:pPr>
              <a:t>26</a:t>
            </a:fld>
            <a:endParaRPr lang="ar-EG" dirty="0"/>
          </a:p>
        </p:txBody>
      </p:sp>
      <p:sp>
        <p:nvSpPr>
          <p:cNvPr id="3" name="TextBox 2"/>
          <p:cNvSpPr txBox="1"/>
          <p:nvPr/>
        </p:nvSpPr>
        <p:spPr>
          <a:xfrm>
            <a:off x="876963" y="38322"/>
            <a:ext cx="7390073" cy="523220"/>
          </a:xfrm>
          <a:prstGeom prst="rect">
            <a:avLst/>
          </a:prstGeom>
          <a:noFill/>
        </p:spPr>
        <p:txBody>
          <a:bodyPr wrap="square" rtlCol="0">
            <a:spAutoFit/>
          </a:bodyPr>
          <a:lstStyle/>
          <a:p>
            <a:pPr algn="ctr"/>
            <a:r>
              <a:rPr lang="en-US" sz="2800" b="1" dirty="0">
                <a:solidFill>
                  <a:srgbClr val="FF0000"/>
                </a:solidFill>
              </a:rPr>
              <a:t>WDM</a:t>
            </a:r>
            <a:endParaRPr lang="en-US" sz="2800" dirty="0"/>
          </a:p>
        </p:txBody>
      </p:sp>
      <p:sp>
        <p:nvSpPr>
          <p:cNvPr id="4" name="TextBox 3">
            <a:extLst>
              <a:ext uri="{FF2B5EF4-FFF2-40B4-BE49-F238E27FC236}">
                <a16:creationId xmlns:a16="http://schemas.microsoft.com/office/drawing/2014/main" id="{BD5E0809-78F6-4C99-BAEC-F16C8933EBB8}"/>
              </a:ext>
            </a:extLst>
          </p:cNvPr>
          <p:cNvSpPr txBox="1"/>
          <p:nvPr/>
        </p:nvSpPr>
        <p:spPr>
          <a:xfrm>
            <a:off x="230960" y="561542"/>
            <a:ext cx="4682217" cy="523220"/>
          </a:xfrm>
          <a:prstGeom prst="rect">
            <a:avLst/>
          </a:prstGeom>
          <a:noFill/>
        </p:spPr>
        <p:txBody>
          <a:bodyPr wrap="square" rtlCol="0">
            <a:spAutoFit/>
          </a:bodyPr>
          <a:lstStyle/>
          <a:p>
            <a:r>
              <a:rPr lang="en-US" sz="2800" b="1" dirty="0">
                <a:solidFill>
                  <a:srgbClr val="0000FF"/>
                </a:solidFill>
              </a:rPr>
              <a:t>Basic WDM(MUX) Types</a:t>
            </a:r>
            <a:endParaRPr lang="en-US" sz="2800" b="1" u="sng" dirty="0">
              <a:solidFill>
                <a:srgbClr val="0000FF"/>
              </a:solidFill>
            </a:endParaRPr>
          </a:p>
        </p:txBody>
      </p:sp>
      <p:sp>
        <p:nvSpPr>
          <p:cNvPr id="8" name="Rectangle 7">
            <a:extLst>
              <a:ext uri="{FF2B5EF4-FFF2-40B4-BE49-F238E27FC236}">
                <a16:creationId xmlns:a16="http://schemas.microsoft.com/office/drawing/2014/main" id="{6CA19110-07E4-4B1F-A57F-F226DA1459FE}"/>
              </a:ext>
            </a:extLst>
          </p:cNvPr>
          <p:cNvSpPr/>
          <p:nvPr/>
        </p:nvSpPr>
        <p:spPr>
          <a:xfrm>
            <a:off x="484960" y="1084762"/>
            <a:ext cx="6510115" cy="461665"/>
          </a:xfrm>
          <a:prstGeom prst="rect">
            <a:avLst/>
          </a:prstGeom>
        </p:spPr>
        <p:txBody>
          <a:bodyPr wrap="none">
            <a:spAutoFit/>
          </a:bodyPr>
          <a:lstStyle/>
          <a:p>
            <a:pPr algn="just"/>
            <a:r>
              <a:rPr lang="en-US" sz="2400" b="1" dirty="0">
                <a:solidFill>
                  <a:srgbClr val="FF0000"/>
                </a:solidFill>
              </a:rPr>
              <a:t>4-Optical add/drop multiplexer (OADM)</a:t>
            </a:r>
          </a:p>
        </p:txBody>
      </p:sp>
      <p:sp>
        <p:nvSpPr>
          <p:cNvPr id="6" name="Rectangle 5">
            <a:extLst>
              <a:ext uri="{FF2B5EF4-FFF2-40B4-BE49-F238E27FC236}">
                <a16:creationId xmlns:a16="http://schemas.microsoft.com/office/drawing/2014/main" id="{D0A76B6E-3E0A-46AE-99DB-B1589752DA41}"/>
              </a:ext>
            </a:extLst>
          </p:cNvPr>
          <p:cNvSpPr/>
          <p:nvPr/>
        </p:nvSpPr>
        <p:spPr>
          <a:xfrm>
            <a:off x="484961" y="6219190"/>
            <a:ext cx="6840400" cy="400110"/>
          </a:xfrm>
          <a:prstGeom prst="rect">
            <a:avLst/>
          </a:prstGeom>
        </p:spPr>
        <p:txBody>
          <a:bodyPr wrap="square">
            <a:spAutoFit/>
          </a:bodyPr>
          <a:lstStyle/>
          <a:p>
            <a:r>
              <a:rPr lang="en-US" sz="2000" b="1" dirty="0">
                <a:latin typeface="Helvetica" panose="020B0604020202020204" pitchFamily="34" charset="0"/>
                <a:cs typeface="Helvetica" panose="020B0604020202020204" pitchFamily="34" charset="0"/>
              </a:rPr>
              <a:t>Back to back WDMs dropping channel D east and west</a:t>
            </a:r>
            <a:endParaRPr lang="en-US" sz="2000" b="1" dirty="0"/>
          </a:p>
        </p:txBody>
      </p:sp>
      <p:pic>
        <p:nvPicPr>
          <p:cNvPr id="7" name="Picture 6">
            <a:extLst>
              <a:ext uri="{FF2B5EF4-FFF2-40B4-BE49-F238E27FC236}">
                <a16:creationId xmlns:a16="http://schemas.microsoft.com/office/drawing/2014/main" id="{CCBCC95C-9828-439C-8415-D393DCE8446C}"/>
              </a:ext>
            </a:extLst>
          </p:cNvPr>
          <p:cNvPicPr>
            <a:picLocks noChangeAspect="1"/>
          </p:cNvPicPr>
          <p:nvPr/>
        </p:nvPicPr>
        <p:blipFill>
          <a:blip r:embed="rId2"/>
          <a:stretch>
            <a:fillRect/>
          </a:stretch>
        </p:blipFill>
        <p:spPr>
          <a:xfrm>
            <a:off x="534753" y="1808480"/>
            <a:ext cx="7594836" cy="4155440"/>
          </a:xfrm>
          <a:prstGeom prst="rect">
            <a:avLst/>
          </a:prstGeom>
        </p:spPr>
      </p:pic>
    </p:spTree>
    <p:extLst>
      <p:ext uri="{BB962C8B-B14F-4D97-AF65-F5344CB8AC3E}">
        <p14:creationId xmlns:p14="http://schemas.microsoft.com/office/powerpoint/2010/main" val="39485485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1_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ppt/theme/themeOverride2.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otalTime>41082</TotalTime>
  <Words>1621</Words>
  <Application>Microsoft Office PowerPoint</Application>
  <PresentationFormat>On-screen Show (4:3)</PresentationFormat>
  <Paragraphs>178</Paragraphs>
  <Slides>26</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26</vt:i4>
      </vt:variant>
    </vt:vector>
  </HeadingPairs>
  <TitlesOfParts>
    <vt:vector size="38" baseType="lpstr">
      <vt:lpstr>Arabic Transparent</vt:lpstr>
      <vt:lpstr>Arial</vt:lpstr>
      <vt:lpstr>Calibri</vt:lpstr>
      <vt:lpstr>Century Schoolbook</vt:lpstr>
      <vt:lpstr>Helvetica</vt:lpstr>
      <vt:lpstr>Palatino-Roman</vt:lpstr>
      <vt:lpstr>Symbol</vt:lpstr>
      <vt:lpstr>Times New Roman</vt:lpstr>
      <vt:lpstr>Wingdings</vt:lpstr>
      <vt:lpstr>Wingdings 2</vt:lpstr>
      <vt:lpstr>Oriel</vt:lpstr>
      <vt:lpstr>1_Oriel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Eladawy</dc:creator>
  <cp:lastModifiedBy>SALWA_ALSABBAN@h-eng.helwan.edu.eg</cp:lastModifiedBy>
  <cp:revision>639</cp:revision>
  <dcterms:created xsi:type="dcterms:W3CDTF">2014-08-06T15:45:15Z</dcterms:created>
  <dcterms:modified xsi:type="dcterms:W3CDTF">2024-04-29T20:01:58Z</dcterms:modified>
</cp:coreProperties>
</file>